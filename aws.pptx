
<file path=[Content_Types].xml><?xml version="1.0" encoding="utf-8"?>
<Types xmlns="http://schemas.openxmlformats.org/package/2006/content-types"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5"/>
  </p:notes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A4A6"/>
    <a:srgbClr val="FAFAF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0E551AA-19E2-4F22-A388-69DFCF2292CF}" v="47" dt="2026-07-01T01:32:10.31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5903" autoAdjust="0"/>
  </p:normalViewPr>
  <p:slideViewPr>
    <p:cSldViewPr snapToGrid="0">
      <p:cViewPr varScale="1">
        <p:scale>
          <a:sx n="146" d="100"/>
          <a:sy n="146" d="100"/>
        </p:scale>
        <p:origin x="96" y="2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11" Type="http://schemas.microsoft.com/office/2015/10/relationships/revisionInfo" Target="revisionInfo.xml"/><Relationship Id="rId5" Type="http://schemas.openxmlformats.org/officeDocument/2006/relationships/notesMaster" Target="notesMasters/notesMaster1.xml"/><Relationship Id="rId10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礼 大野" userId="3582954f87a43087" providerId="LiveId" clId="{F0229A81-2427-42AC-83FC-E05678CC1783}"/>
    <pc:docChg chg="undo redo custSel modSld">
      <pc:chgData name="礼 大野" userId="3582954f87a43087" providerId="LiveId" clId="{F0229A81-2427-42AC-83FC-E05678CC1783}" dt="2026-07-01T01:32:54.466" v="501" actId="14100"/>
      <pc:docMkLst>
        <pc:docMk/>
      </pc:docMkLst>
      <pc:sldChg chg="addSp delSp modSp mod">
        <pc:chgData name="礼 大野" userId="3582954f87a43087" providerId="LiveId" clId="{F0229A81-2427-42AC-83FC-E05678CC1783}" dt="2026-07-01T01:32:54.466" v="501" actId="14100"/>
        <pc:sldMkLst>
          <pc:docMk/>
          <pc:sldMk cId="202038397" sldId="256"/>
        </pc:sldMkLst>
        <pc:spChg chg="del">
          <ac:chgData name="礼 大野" userId="3582954f87a43087" providerId="LiveId" clId="{F0229A81-2427-42AC-83FC-E05678CC1783}" dt="2026-07-01T01:08:46.421" v="322" actId="478"/>
          <ac:spMkLst>
            <pc:docMk/>
            <pc:sldMk cId="202038397" sldId="256"/>
            <ac:spMk id="2" creationId="{A7D563CC-9577-4C18-A2A3-16705BD57C80}"/>
          </ac:spMkLst>
        </pc:spChg>
        <pc:spChg chg="mod">
          <ac:chgData name="礼 大野" userId="3582954f87a43087" providerId="LiveId" clId="{F0229A81-2427-42AC-83FC-E05678CC1783}" dt="2026-07-01T01:07:28.334" v="314" actId="14100"/>
          <ac:spMkLst>
            <pc:docMk/>
            <pc:sldMk cId="202038397" sldId="256"/>
            <ac:spMk id="4" creationId="{278227FD-7AAE-4CA0-A661-EA5BF7D213EB}"/>
          </ac:spMkLst>
        </pc:spChg>
        <pc:spChg chg="del">
          <ac:chgData name="礼 大野" userId="3582954f87a43087" providerId="LiveId" clId="{F0229A81-2427-42AC-83FC-E05678CC1783}" dt="2026-07-01T01:08:49.230" v="323" actId="21"/>
          <ac:spMkLst>
            <pc:docMk/>
            <pc:sldMk cId="202038397" sldId="256"/>
            <ac:spMk id="5" creationId="{8A6EB691-4875-4A59-B6A5-7CCB01BA38EC}"/>
          </ac:spMkLst>
        </pc:spChg>
        <pc:spChg chg="add del mod">
          <ac:chgData name="礼 大野" userId="3582954f87a43087" providerId="LiveId" clId="{F0229A81-2427-42AC-83FC-E05678CC1783}" dt="2026-07-01T01:32:02.032" v="490" actId="21"/>
          <ac:spMkLst>
            <pc:docMk/>
            <pc:sldMk cId="202038397" sldId="256"/>
            <ac:spMk id="6" creationId="{DED8D329-7483-4930-AF16-2364C5C549B0}"/>
          </ac:spMkLst>
        </pc:spChg>
        <pc:spChg chg="mod">
          <ac:chgData name="礼 大野" userId="3582954f87a43087" providerId="LiveId" clId="{F0229A81-2427-42AC-83FC-E05678CC1783}" dt="2026-07-01T01:21:48.398" v="432" actId="692"/>
          <ac:spMkLst>
            <pc:docMk/>
            <pc:sldMk cId="202038397" sldId="256"/>
            <ac:spMk id="7" creationId="{CD59CCE7-C724-42B0-A7F0-9E7E1AE8053F}"/>
          </ac:spMkLst>
        </pc:spChg>
        <pc:spChg chg="mod">
          <ac:chgData name="礼 大野" userId="3582954f87a43087" providerId="LiveId" clId="{F0229A81-2427-42AC-83FC-E05678CC1783}" dt="2026-07-01T00:45:29.982" v="38" actId="1076"/>
          <ac:spMkLst>
            <pc:docMk/>
            <pc:sldMk cId="202038397" sldId="256"/>
            <ac:spMk id="9" creationId="{79378F7A-693D-48FA-A7EC-AC1A9F052B08}"/>
          </ac:spMkLst>
        </pc:spChg>
        <pc:spChg chg="mod">
          <ac:chgData name="礼 大野" userId="3582954f87a43087" providerId="LiveId" clId="{F0229A81-2427-42AC-83FC-E05678CC1783}" dt="2026-07-01T00:42:26.196" v="6" actId="14100"/>
          <ac:spMkLst>
            <pc:docMk/>
            <pc:sldMk cId="202038397" sldId="256"/>
            <ac:spMk id="10" creationId="{A6FF3588-7259-4D19-BDDA-7BBAD4DE69A9}"/>
          </ac:spMkLst>
        </pc:spChg>
        <pc:spChg chg="mod">
          <ac:chgData name="礼 大野" userId="3582954f87a43087" providerId="LiveId" clId="{F0229A81-2427-42AC-83FC-E05678CC1783}" dt="2026-07-01T00:45:22.372" v="37" actId="1076"/>
          <ac:spMkLst>
            <pc:docMk/>
            <pc:sldMk cId="202038397" sldId="256"/>
            <ac:spMk id="12" creationId="{536CA6F4-BAC9-49A5-8B83-4A5DC01BD43C}"/>
          </ac:spMkLst>
        </pc:spChg>
        <pc:spChg chg="mod">
          <ac:chgData name="礼 大野" userId="3582954f87a43087" providerId="LiveId" clId="{F0229A81-2427-42AC-83FC-E05678CC1783}" dt="2026-07-01T01:31:04.335" v="482" actId="208"/>
          <ac:spMkLst>
            <pc:docMk/>
            <pc:sldMk cId="202038397" sldId="256"/>
            <ac:spMk id="13" creationId="{778049FC-9C8A-441A-9109-A4ABFF0823C7}"/>
          </ac:spMkLst>
        </pc:spChg>
        <pc:spChg chg="del mod">
          <ac:chgData name="礼 大野" userId="3582954f87a43087" providerId="LiveId" clId="{F0229A81-2427-42AC-83FC-E05678CC1783}" dt="2026-07-01T01:32:08.536" v="493" actId="478"/>
          <ac:spMkLst>
            <pc:docMk/>
            <pc:sldMk cId="202038397" sldId="256"/>
            <ac:spMk id="14" creationId="{C0029256-9D66-4F2E-B878-37F0E3D5B8AB}"/>
          </ac:spMkLst>
        </pc:spChg>
        <pc:spChg chg="mod">
          <ac:chgData name="礼 大野" userId="3582954f87a43087" providerId="LiveId" clId="{F0229A81-2427-42AC-83FC-E05678CC1783}" dt="2026-07-01T00:45:06.384" v="34" actId="1076"/>
          <ac:spMkLst>
            <pc:docMk/>
            <pc:sldMk cId="202038397" sldId="256"/>
            <ac:spMk id="15" creationId="{5DC717F0-1D2D-4EC5-AE1C-52916F9F4C7C}"/>
          </ac:spMkLst>
        </pc:spChg>
        <pc:spChg chg="mod">
          <ac:chgData name="礼 大野" userId="3582954f87a43087" providerId="LiveId" clId="{F0229A81-2427-42AC-83FC-E05678CC1783}" dt="2026-07-01T00:50:43.945" v="87" actId="1076"/>
          <ac:spMkLst>
            <pc:docMk/>
            <pc:sldMk cId="202038397" sldId="256"/>
            <ac:spMk id="17" creationId="{EA47D5A7-61AC-4648-86C6-3841747C9093}"/>
          </ac:spMkLst>
        </pc:spChg>
        <pc:spChg chg="mod">
          <ac:chgData name="礼 大野" userId="3582954f87a43087" providerId="LiveId" clId="{F0229A81-2427-42AC-83FC-E05678CC1783}" dt="2026-07-01T00:47:21.758" v="68" actId="1076"/>
          <ac:spMkLst>
            <pc:docMk/>
            <pc:sldMk cId="202038397" sldId="256"/>
            <ac:spMk id="18" creationId="{D7AC4E0C-396E-4F0A-B337-3EEB2D2A877E}"/>
          </ac:spMkLst>
        </pc:spChg>
        <pc:spChg chg="mod">
          <ac:chgData name="礼 大野" userId="3582954f87a43087" providerId="LiveId" clId="{F0229A81-2427-42AC-83FC-E05678CC1783}" dt="2026-07-01T00:47:41.023" v="70" actId="1076"/>
          <ac:spMkLst>
            <pc:docMk/>
            <pc:sldMk cId="202038397" sldId="256"/>
            <ac:spMk id="20" creationId="{B585E63E-EB41-4C3B-BFCE-525C010DF4B6}"/>
          </ac:spMkLst>
        </pc:spChg>
        <pc:spChg chg="mod">
          <ac:chgData name="礼 大野" userId="3582954f87a43087" providerId="LiveId" clId="{F0229A81-2427-42AC-83FC-E05678CC1783}" dt="2026-07-01T01:06:13.217" v="298" actId="1076"/>
          <ac:spMkLst>
            <pc:docMk/>
            <pc:sldMk cId="202038397" sldId="256"/>
            <ac:spMk id="21" creationId="{982E71B1-FA6A-4F69-B12C-51A1DB6CE376}"/>
          </ac:spMkLst>
        </pc:spChg>
        <pc:spChg chg="mod">
          <ac:chgData name="礼 大野" userId="3582954f87a43087" providerId="LiveId" clId="{F0229A81-2427-42AC-83FC-E05678CC1783}" dt="2026-07-01T01:06:13.217" v="298" actId="1076"/>
          <ac:spMkLst>
            <pc:docMk/>
            <pc:sldMk cId="202038397" sldId="256"/>
            <ac:spMk id="23" creationId="{20311E42-C110-440E-9C5A-C5067A396FFC}"/>
          </ac:spMkLst>
        </pc:spChg>
        <pc:spChg chg="mod">
          <ac:chgData name="礼 大野" userId="3582954f87a43087" providerId="LiveId" clId="{F0229A81-2427-42AC-83FC-E05678CC1783}" dt="2026-07-01T00:50:43.945" v="87" actId="1076"/>
          <ac:spMkLst>
            <pc:docMk/>
            <pc:sldMk cId="202038397" sldId="256"/>
            <ac:spMk id="24" creationId="{547952FE-D363-4359-9351-6EA53E7CB332}"/>
          </ac:spMkLst>
        </pc:spChg>
        <pc:spChg chg="mod">
          <ac:chgData name="礼 大野" userId="3582954f87a43087" providerId="LiveId" clId="{F0229A81-2427-42AC-83FC-E05678CC1783}" dt="2026-07-01T00:50:43.945" v="87" actId="1076"/>
          <ac:spMkLst>
            <pc:docMk/>
            <pc:sldMk cId="202038397" sldId="256"/>
            <ac:spMk id="26" creationId="{056C71E6-C1A9-4484-BFBC-F3A4173E6EFA}"/>
          </ac:spMkLst>
        </pc:spChg>
        <pc:spChg chg="mod">
          <ac:chgData name="礼 大野" userId="3582954f87a43087" providerId="LiveId" clId="{F0229A81-2427-42AC-83FC-E05678CC1783}" dt="2026-07-01T01:06:21.688" v="299" actId="1076"/>
          <ac:spMkLst>
            <pc:docMk/>
            <pc:sldMk cId="202038397" sldId="256"/>
            <ac:spMk id="27" creationId="{736A932C-9274-4EE8-A6ED-A7973E1A101A}"/>
          </ac:spMkLst>
        </pc:spChg>
        <pc:spChg chg="mod">
          <ac:chgData name="礼 大野" userId="3582954f87a43087" providerId="LiveId" clId="{F0229A81-2427-42AC-83FC-E05678CC1783}" dt="2026-07-01T01:06:21.688" v="299" actId="1076"/>
          <ac:spMkLst>
            <pc:docMk/>
            <pc:sldMk cId="202038397" sldId="256"/>
            <ac:spMk id="29" creationId="{B39704DB-CFAC-4E1E-ADD0-22E9808EA62F}"/>
          </ac:spMkLst>
        </pc:spChg>
        <pc:spChg chg="mod">
          <ac:chgData name="礼 大野" userId="3582954f87a43087" providerId="LiveId" clId="{F0229A81-2427-42AC-83FC-E05678CC1783}" dt="2026-07-01T01:28:24.761" v="458" actId="1076"/>
          <ac:spMkLst>
            <pc:docMk/>
            <pc:sldMk cId="202038397" sldId="256"/>
            <ac:spMk id="30" creationId="{4891D0AA-7BCF-4BED-847A-54F42AC0B759}"/>
          </ac:spMkLst>
        </pc:spChg>
        <pc:spChg chg="mod">
          <ac:chgData name="礼 大野" userId="3582954f87a43087" providerId="LiveId" clId="{F0229A81-2427-42AC-83FC-E05678CC1783}" dt="2026-07-01T01:28:24.761" v="458" actId="1076"/>
          <ac:spMkLst>
            <pc:docMk/>
            <pc:sldMk cId="202038397" sldId="256"/>
            <ac:spMk id="32" creationId="{4A1B24E5-C43E-4BD9-8035-B069869E693B}"/>
          </ac:spMkLst>
        </pc:spChg>
        <pc:spChg chg="mod">
          <ac:chgData name="礼 大野" userId="3582954f87a43087" providerId="LiveId" clId="{F0229A81-2427-42AC-83FC-E05678CC1783}" dt="2026-07-01T00:58:05.338" v="205" actId="1076"/>
          <ac:spMkLst>
            <pc:docMk/>
            <pc:sldMk cId="202038397" sldId="256"/>
            <ac:spMk id="33" creationId="{AB3A9F4D-791B-42BB-9BA8-8406446F2BAD}"/>
          </ac:spMkLst>
        </pc:spChg>
        <pc:spChg chg="mod">
          <ac:chgData name="礼 大野" userId="3582954f87a43087" providerId="LiveId" clId="{F0229A81-2427-42AC-83FC-E05678CC1783}" dt="2026-07-01T00:58:05.338" v="205" actId="1076"/>
          <ac:spMkLst>
            <pc:docMk/>
            <pc:sldMk cId="202038397" sldId="256"/>
            <ac:spMk id="35" creationId="{20A83936-420C-4C4F-9AF1-182B17EEAE6E}"/>
          </ac:spMkLst>
        </pc:spChg>
        <pc:spChg chg="mod">
          <ac:chgData name="礼 大野" userId="3582954f87a43087" providerId="LiveId" clId="{F0229A81-2427-42AC-83FC-E05678CC1783}" dt="2026-07-01T00:58:05.338" v="205" actId="1076"/>
          <ac:spMkLst>
            <pc:docMk/>
            <pc:sldMk cId="202038397" sldId="256"/>
            <ac:spMk id="36" creationId="{E8FAFF2B-CA15-4D7D-BDA0-8EEB3F35D129}"/>
          </ac:spMkLst>
        </pc:spChg>
        <pc:spChg chg="mod">
          <ac:chgData name="礼 大野" userId="3582954f87a43087" providerId="LiveId" clId="{F0229A81-2427-42AC-83FC-E05678CC1783}" dt="2026-07-01T00:58:05.338" v="205" actId="1076"/>
          <ac:spMkLst>
            <pc:docMk/>
            <pc:sldMk cId="202038397" sldId="256"/>
            <ac:spMk id="38" creationId="{D9087640-6315-44D0-BF2F-9C73B3A7DAD0}"/>
          </ac:spMkLst>
        </pc:spChg>
        <pc:spChg chg="mod">
          <ac:chgData name="礼 大野" userId="3582954f87a43087" providerId="LiveId" clId="{F0229A81-2427-42AC-83FC-E05678CC1783}" dt="2026-07-01T00:51:47.293" v="100" actId="1076"/>
          <ac:spMkLst>
            <pc:docMk/>
            <pc:sldMk cId="202038397" sldId="256"/>
            <ac:spMk id="39" creationId="{0B9CC78B-5704-42D7-9DEC-0D58DAA89138}"/>
          </ac:spMkLst>
        </pc:spChg>
        <pc:spChg chg="mod">
          <ac:chgData name="礼 大野" userId="3582954f87a43087" providerId="LiveId" clId="{F0229A81-2427-42AC-83FC-E05678CC1783}" dt="2026-07-01T00:51:47.293" v="100" actId="1076"/>
          <ac:spMkLst>
            <pc:docMk/>
            <pc:sldMk cId="202038397" sldId="256"/>
            <ac:spMk id="41" creationId="{AF81BAE0-C01F-49E7-B1C4-83A1535BF0C5}"/>
          </ac:spMkLst>
        </pc:spChg>
        <pc:spChg chg="mod">
          <ac:chgData name="礼 大野" userId="3582954f87a43087" providerId="LiveId" clId="{F0229A81-2427-42AC-83FC-E05678CC1783}" dt="2026-07-01T00:51:47.293" v="100" actId="1076"/>
          <ac:spMkLst>
            <pc:docMk/>
            <pc:sldMk cId="202038397" sldId="256"/>
            <ac:spMk id="42" creationId="{36B81866-B863-4D24-9625-2E873448A2B4}"/>
          </ac:spMkLst>
        </pc:spChg>
        <pc:spChg chg="mod">
          <ac:chgData name="礼 大野" userId="3582954f87a43087" providerId="LiveId" clId="{F0229A81-2427-42AC-83FC-E05678CC1783}" dt="2026-07-01T00:51:47.293" v="100" actId="1076"/>
          <ac:spMkLst>
            <pc:docMk/>
            <pc:sldMk cId="202038397" sldId="256"/>
            <ac:spMk id="44" creationId="{6AD47D1F-F184-42EF-83AE-2D227F8179E4}"/>
          </ac:spMkLst>
        </pc:spChg>
        <pc:spChg chg="mod">
          <ac:chgData name="礼 大野" userId="3582954f87a43087" providerId="LiveId" clId="{F0229A81-2427-42AC-83FC-E05678CC1783}" dt="2026-07-01T00:51:47.293" v="100" actId="1076"/>
          <ac:spMkLst>
            <pc:docMk/>
            <pc:sldMk cId="202038397" sldId="256"/>
            <ac:spMk id="45" creationId="{98B72E68-8E2E-462F-B4F0-2BE0D03F0B89}"/>
          </ac:spMkLst>
        </pc:spChg>
        <pc:spChg chg="mod">
          <ac:chgData name="礼 大野" userId="3582954f87a43087" providerId="LiveId" clId="{F0229A81-2427-42AC-83FC-E05678CC1783}" dt="2026-07-01T00:51:47.293" v="100" actId="1076"/>
          <ac:spMkLst>
            <pc:docMk/>
            <pc:sldMk cId="202038397" sldId="256"/>
            <ac:spMk id="47" creationId="{430A251A-E3B2-403C-B00A-1DBD421A1407}"/>
          </ac:spMkLst>
        </pc:spChg>
        <pc:spChg chg="mod">
          <ac:chgData name="礼 大野" userId="3582954f87a43087" providerId="LiveId" clId="{F0229A81-2427-42AC-83FC-E05678CC1783}" dt="2026-07-01T01:06:03.786" v="297" actId="14100"/>
          <ac:spMkLst>
            <pc:docMk/>
            <pc:sldMk cId="202038397" sldId="256"/>
            <ac:spMk id="48" creationId="{25273F25-185B-4E9B-B983-9792B3BB0A35}"/>
          </ac:spMkLst>
        </pc:spChg>
        <pc:spChg chg="mod">
          <ac:chgData name="礼 大野" userId="3582954f87a43087" providerId="LiveId" clId="{F0229A81-2427-42AC-83FC-E05678CC1783}" dt="2026-07-01T01:05:40.904" v="274" actId="1036"/>
          <ac:spMkLst>
            <pc:docMk/>
            <pc:sldMk cId="202038397" sldId="256"/>
            <ac:spMk id="50" creationId="{CA1BB15E-016C-4D32-A8BB-EC253DE42C3B}"/>
          </ac:spMkLst>
        </pc:spChg>
        <pc:spChg chg="mod">
          <ac:chgData name="礼 大野" userId="3582954f87a43087" providerId="LiveId" clId="{F0229A81-2427-42AC-83FC-E05678CC1783}" dt="2026-07-01T01:05:40.904" v="274" actId="1036"/>
          <ac:spMkLst>
            <pc:docMk/>
            <pc:sldMk cId="202038397" sldId="256"/>
            <ac:spMk id="51" creationId="{11C1ACCF-79A9-4CE1-8522-82F15AA5663F}"/>
          </ac:spMkLst>
        </pc:spChg>
        <pc:spChg chg="mod">
          <ac:chgData name="礼 大野" userId="3582954f87a43087" providerId="LiveId" clId="{F0229A81-2427-42AC-83FC-E05678CC1783}" dt="2026-07-01T01:05:40.904" v="274" actId="1036"/>
          <ac:spMkLst>
            <pc:docMk/>
            <pc:sldMk cId="202038397" sldId="256"/>
            <ac:spMk id="53" creationId="{A6D5A3DB-E9DC-42BB-A414-0C36CE5D4111}"/>
          </ac:spMkLst>
        </pc:spChg>
        <pc:spChg chg="mod">
          <ac:chgData name="礼 大野" userId="3582954f87a43087" providerId="LiveId" clId="{F0229A81-2427-42AC-83FC-E05678CC1783}" dt="2026-07-01T00:58:05.338" v="205" actId="1076"/>
          <ac:spMkLst>
            <pc:docMk/>
            <pc:sldMk cId="202038397" sldId="256"/>
            <ac:spMk id="54" creationId="{640C14F0-BD1B-44B3-862B-E2BB16FDBEA1}"/>
          </ac:spMkLst>
        </pc:spChg>
        <pc:spChg chg="mod">
          <ac:chgData name="礼 大野" userId="3582954f87a43087" providerId="LiveId" clId="{F0229A81-2427-42AC-83FC-E05678CC1783}" dt="2026-07-01T00:58:05.338" v="205" actId="1076"/>
          <ac:spMkLst>
            <pc:docMk/>
            <pc:sldMk cId="202038397" sldId="256"/>
            <ac:spMk id="56" creationId="{1BBECE43-965D-4B1C-B94C-6E80DB63A73B}"/>
          </ac:spMkLst>
        </pc:spChg>
        <pc:spChg chg="mod">
          <ac:chgData name="礼 大野" userId="3582954f87a43087" providerId="LiveId" clId="{F0229A81-2427-42AC-83FC-E05678CC1783}" dt="2026-07-01T00:57:19.139" v="196" actId="1076"/>
          <ac:spMkLst>
            <pc:docMk/>
            <pc:sldMk cId="202038397" sldId="256"/>
            <ac:spMk id="57" creationId="{CC56482A-BA3E-4F18-A03D-6E9B093F8545}"/>
          </ac:spMkLst>
        </pc:spChg>
        <pc:spChg chg="mod">
          <ac:chgData name="礼 大野" userId="3582954f87a43087" providerId="LiveId" clId="{F0229A81-2427-42AC-83FC-E05678CC1783}" dt="2026-07-01T00:57:19.139" v="196" actId="1076"/>
          <ac:spMkLst>
            <pc:docMk/>
            <pc:sldMk cId="202038397" sldId="256"/>
            <ac:spMk id="59" creationId="{4AA209EA-2F82-4EB1-A9BE-E3E4F49C4809}"/>
          </ac:spMkLst>
        </pc:spChg>
        <pc:spChg chg="mod">
          <ac:chgData name="礼 大野" userId="3582954f87a43087" providerId="LiveId" clId="{F0229A81-2427-42AC-83FC-E05678CC1783}" dt="2026-07-01T00:58:05.338" v="205" actId="1076"/>
          <ac:spMkLst>
            <pc:docMk/>
            <pc:sldMk cId="202038397" sldId="256"/>
            <ac:spMk id="60" creationId="{0065777E-E3F0-4F00-86B0-22E6B30EC9B5}"/>
          </ac:spMkLst>
        </pc:spChg>
        <pc:spChg chg="mod">
          <ac:chgData name="礼 大野" userId="3582954f87a43087" providerId="LiveId" clId="{F0229A81-2427-42AC-83FC-E05678CC1783}" dt="2026-07-01T00:58:05.338" v="205" actId="1076"/>
          <ac:spMkLst>
            <pc:docMk/>
            <pc:sldMk cId="202038397" sldId="256"/>
            <ac:spMk id="62" creationId="{8ECD3C99-79AD-4A9F-9BC3-25D5FBBFC7B8}"/>
          </ac:spMkLst>
        </pc:spChg>
        <pc:spChg chg="mod">
          <ac:chgData name="礼 大野" userId="3582954f87a43087" providerId="LiveId" clId="{F0229A81-2427-42AC-83FC-E05678CC1783}" dt="2026-07-01T00:57:19.139" v="196" actId="1076"/>
          <ac:spMkLst>
            <pc:docMk/>
            <pc:sldMk cId="202038397" sldId="256"/>
            <ac:spMk id="63" creationId="{7F0D47C2-3C4E-4425-83B3-59AC50D383F7}"/>
          </ac:spMkLst>
        </pc:spChg>
        <pc:spChg chg="mod">
          <ac:chgData name="礼 大野" userId="3582954f87a43087" providerId="LiveId" clId="{F0229A81-2427-42AC-83FC-E05678CC1783}" dt="2026-07-01T00:57:19.139" v="196" actId="1076"/>
          <ac:spMkLst>
            <pc:docMk/>
            <pc:sldMk cId="202038397" sldId="256"/>
            <ac:spMk id="65" creationId="{EACBCA66-392C-44A5-91F6-491380A9CBAD}"/>
          </ac:spMkLst>
        </pc:spChg>
        <pc:spChg chg="mod">
          <ac:chgData name="礼 大野" userId="3582954f87a43087" providerId="LiveId" clId="{F0229A81-2427-42AC-83FC-E05678CC1783}" dt="2026-07-01T01:30:43.938" v="480" actId="1076"/>
          <ac:spMkLst>
            <pc:docMk/>
            <pc:sldMk cId="202038397" sldId="256"/>
            <ac:spMk id="66" creationId="{0B3562A0-370F-4B73-85A5-1B72D1162B84}"/>
          </ac:spMkLst>
        </pc:spChg>
        <pc:spChg chg="mod">
          <ac:chgData name="礼 大野" userId="3582954f87a43087" providerId="LiveId" clId="{F0229A81-2427-42AC-83FC-E05678CC1783}" dt="2026-07-01T01:30:43.938" v="480" actId="1076"/>
          <ac:spMkLst>
            <pc:docMk/>
            <pc:sldMk cId="202038397" sldId="256"/>
            <ac:spMk id="68" creationId="{434C8A10-7E57-42AC-852B-705E08E1A313}"/>
          </ac:spMkLst>
        </pc:spChg>
        <pc:spChg chg="mod">
          <ac:chgData name="礼 大野" userId="3582954f87a43087" providerId="LiveId" clId="{F0229A81-2427-42AC-83FC-E05678CC1783}" dt="2026-07-01T01:07:17.097" v="311" actId="1076"/>
          <ac:spMkLst>
            <pc:docMk/>
            <pc:sldMk cId="202038397" sldId="256"/>
            <ac:spMk id="71" creationId="{C16B7540-ACC9-4C8B-96F3-05AC09AE4801}"/>
          </ac:spMkLst>
        </pc:spChg>
        <pc:spChg chg="mod">
          <ac:chgData name="礼 大野" userId="3582954f87a43087" providerId="LiveId" clId="{F0229A81-2427-42AC-83FC-E05678CC1783}" dt="2026-07-01T01:07:17.097" v="311" actId="1076"/>
          <ac:spMkLst>
            <pc:docMk/>
            <pc:sldMk cId="202038397" sldId="256"/>
            <ac:spMk id="72" creationId="{BA6E323F-7ECA-4DDA-BF99-53C9648486FE}"/>
          </ac:spMkLst>
        </pc:spChg>
        <pc:spChg chg="mod">
          <ac:chgData name="礼 大野" userId="3582954f87a43087" providerId="LiveId" clId="{F0229A81-2427-42AC-83FC-E05678CC1783}" dt="2026-07-01T01:07:17.097" v="311" actId="1076"/>
          <ac:spMkLst>
            <pc:docMk/>
            <pc:sldMk cId="202038397" sldId="256"/>
            <ac:spMk id="74" creationId="{983E6145-2AF7-4315-9ECC-8DBF192DA32C}"/>
          </ac:spMkLst>
        </pc:spChg>
        <pc:spChg chg="mod">
          <ac:chgData name="礼 大野" userId="3582954f87a43087" providerId="LiveId" clId="{F0229A81-2427-42AC-83FC-E05678CC1783}" dt="2026-07-01T01:30:16.707" v="475" actId="1076"/>
          <ac:spMkLst>
            <pc:docMk/>
            <pc:sldMk cId="202038397" sldId="256"/>
            <ac:spMk id="75" creationId="{3B42F384-8B65-4E90-ABB6-FF70058978D8}"/>
          </ac:spMkLst>
        </pc:spChg>
        <pc:spChg chg="mod">
          <ac:chgData name="礼 大野" userId="3582954f87a43087" providerId="LiveId" clId="{F0229A81-2427-42AC-83FC-E05678CC1783}" dt="2026-07-01T01:30:16.707" v="475" actId="1076"/>
          <ac:spMkLst>
            <pc:docMk/>
            <pc:sldMk cId="202038397" sldId="256"/>
            <ac:spMk id="77" creationId="{64D89C4E-4FB2-4333-B3A1-D6490233C1FF}"/>
          </ac:spMkLst>
        </pc:spChg>
        <pc:spChg chg="mod">
          <ac:chgData name="礼 大野" userId="3582954f87a43087" providerId="LiveId" clId="{F0229A81-2427-42AC-83FC-E05678CC1783}" dt="2026-07-01T01:30:36.080" v="478" actId="14100"/>
          <ac:spMkLst>
            <pc:docMk/>
            <pc:sldMk cId="202038397" sldId="256"/>
            <ac:spMk id="78" creationId="{FC34B364-87C3-4989-9701-BC60F5714359}"/>
          </ac:spMkLst>
        </pc:spChg>
        <pc:spChg chg="mod">
          <ac:chgData name="礼 大野" userId="3582954f87a43087" providerId="LiveId" clId="{F0229A81-2427-42AC-83FC-E05678CC1783}" dt="2026-07-01T01:30:36.080" v="478" actId="14100"/>
          <ac:spMkLst>
            <pc:docMk/>
            <pc:sldMk cId="202038397" sldId="256"/>
            <ac:spMk id="80" creationId="{01D60F5C-DD98-4C05-BC77-EC67D70AADBB}"/>
          </ac:spMkLst>
        </pc:spChg>
        <pc:spChg chg="mod">
          <ac:chgData name="礼 大野" userId="3582954f87a43087" providerId="LiveId" clId="{F0229A81-2427-42AC-83FC-E05678CC1783}" dt="2026-07-01T01:30:36.080" v="478" actId="14100"/>
          <ac:spMkLst>
            <pc:docMk/>
            <pc:sldMk cId="202038397" sldId="256"/>
            <ac:spMk id="81" creationId="{82C8B57F-1D46-4206-99B3-C178736B7A5D}"/>
          </ac:spMkLst>
        </pc:spChg>
        <pc:spChg chg="mod">
          <ac:chgData name="礼 大野" userId="3582954f87a43087" providerId="LiveId" clId="{F0229A81-2427-42AC-83FC-E05678CC1783}" dt="2026-07-01T01:30:36.080" v="478" actId="14100"/>
          <ac:spMkLst>
            <pc:docMk/>
            <pc:sldMk cId="202038397" sldId="256"/>
            <ac:spMk id="83" creationId="{6B98C08D-4717-4304-9C21-42175449C8F3}"/>
          </ac:spMkLst>
        </pc:spChg>
        <pc:spChg chg="mod">
          <ac:chgData name="礼 大野" userId="3582954f87a43087" providerId="LiveId" clId="{F0229A81-2427-42AC-83FC-E05678CC1783}" dt="2026-07-01T00:47:21.758" v="68" actId="1076"/>
          <ac:spMkLst>
            <pc:docMk/>
            <pc:sldMk cId="202038397" sldId="256"/>
            <ac:spMk id="84" creationId="{65F5B6F3-1BDA-4EB0-8C16-5D5B07CE5245}"/>
          </ac:spMkLst>
        </pc:spChg>
        <pc:spChg chg="mod">
          <ac:chgData name="礼 大野" userId="3582954f87a43087" providerId="LiveId" clId="{F0229A81-2427-42AC-83FC-E05678CC1783}" dt="2026-07-01T00:47:21.758" v="68" actId="1076"/>
          <ac:spMkLst>
            <pc:docMk/>
            <pc:sldMk cId="202038397" sldId="256"/>
            <ac:spMk id="86" creationId="{6C1A21A9-29A7-4A78-BEFD-9FCAE5C6852C}"/>
          </ac:spMkLst>
        </pc:spChg>
        <pc:spChg chg="mod">
          <ac:chgData name="礼 大野" userId="3582954f87a43087" providerId="LiveId" clId="{F0229A81-2427-42AC-83FC-E05678CC1783}" dt="2026-07-01T00:47:21.758" v="68" actId="1076"/>
          <ac:spMkLst>
            <pc:docMk/>
            <pc:sldMk cId="202038397" sldId="256"/>
            <ac:spMk id="87" creationId="{F2E462BE-FA68-469F-80A3-E6069C42FE63}"/>
          </ac:spMkLst>
        </pc:spChg>
        <pc:spChg chg="mod">
          <ac:chgData name="礼 大野" userId="3582954f87a43087" providerId="LiveId" clId="{F0229A81-2427-42AC-83FC-E05678CC1783}" dt="2026-07-01T00:47:21.758" v="68" actId="1076"/>
          <ac:spMkLst>
            <pc:docMk/>
            <pc:sldMk cId="202038397" sldId="256"/>
            <ac:spMk id="89" creationId="{18E02418-FDF4-4F42-B3D2-02B1766851F4}"/>
          </ac:spMkLst>
        </pc:spChg>
        <pc:spChg chg="add mod">
          <ac:chgData name="礼 大野" userId="3582954f87a43087" providerId="LiveId" clId="{F0229A81-2427-42AC-83FC-E05678CC1783}" dt="2026-07-01T00:46:17.436" v="52" actId="571"/>
          <ac:spMkLst>
            <pc:docMk/>
            <pc:sldMk cId="202038397" sldId="256"/>
            <ac:spMk id="99" creationId="{2351929C-5BC2-393C-446D-0B63CB31DE95}"/>
          </ac:spMkLst>
        </pc:spChg>
        <pc:spChg chg="add mod">
          <ac:chgData name="礼 大野" userId="3582954f87a43087" providerId="LiveId" clId="{F0229A81-2427-42AC-83FC-E05678CC1783}" dt="2026-07-01T00:46:17.436" v="52" actId="571"/>
          <ac:spMkLst>
            <pc:docMk/>
            <pc:sldMk cId="202038397" sldId="256"/>
            <ac:spMk id="101" creationId="{6D13129D-4C6A-8C82-EBCE-407A77FD4994}"/>
          </ac:spMkLst>
        </pc:spChg>
        <pc:spChg chg="mod">
          <ac:chgData name="礼 大野" userId="3582954f87a43087" providerId="LiveId" clId="{F0229A81-2427-42AC-83FC-E05678CC1783}" dt="2026-07-01T01:28:27.687" v="460" actId="1076"/>
          <ac:spMkLst>
            <pc:docMk/>
            <pc:sldMk cId="202038397" sldId="256"/>
            <ac:spMk id="111" creationId="{453D25E8-1C2D-4E9A-95BA-3793A53E1FAF}"/>
          </ac:spMkLst>
        </pc:spChg>
        <pc:spChg chg="add mod ord">
          <ac:chgData name="礼 大野" userId="3582954f87a43087" providerId="LiveId" clId="{F0229A81-2427-42AC-83FC-E05678CC1783}" dt="2026-07-01T01:04:17.805" v="245" actId="1035"/>
          <ac:spMkLst>
            <pc:docMk/>
            <pc:sldMk cId="202038397" sldId="256"/>
            <ac:spMk id="250" creationId="{8972CAAC-DAE8-E344-B33B-248D74AA887B}"/>
          </ac:spMkLst>
        </pc:spChg>
        <pc:spChg chg="add mod ord">
          <ac:chgData name="礼 大野" userId="3582954f87a43087" providerId="LiveId" clId="{F0229A81-2427-42AC-83FC-E05678CC1783}" dt="2026-07-01T01:04:17.805" v="245" actId="1035"/>
          <ac:spMkLst>
            <pc:docMk/>
            <pc:sldMk cId="202038397" sldId="256"/>
            <ac:spMk id="251" creationId="{D778A515-70DC-3901-A841-A10225F077B7}"/>
          </ac:spMkLst>
        </pc:spChg>
        <pc:spChg chg="add mod">
          <ac:chgData name="礼 大野" userId="3582954f87a43087" providerId="LiveId" clId="{F0229A81-2427-42AC-83FC-E05678CC1783}" dt="2026-07-01T01:08:53.438" v="325" actId="1076"/>
          <ac:spMkLst>
            <pc:docMk/>
            <pc:sldMk cId="202038397" sldId="256"/>
            <ac:spMk id="297" creationId="{C5344C70-C157-261E-CC7D-B04FD2C4AD24}"/>
          </ac:spMkLst>
        </pc:spChg>
        <pc:spChg chg="add mod ord">
          <ac:chgData name="礼 大野" userId="3582954f87a43087" providerId="LiveId" clId="{F0229A81-2427-42AC-83FC-E05678CC1783}" dt="2026-07-01T01:28:44.796" v="466" actId="1035"/>
          <ac:spMkLst>
            <pc:docMk/>
            <pc:sldMk cId="202038397" sldId="256"/>
            <ac:spMk id="304" creationId="{BAFEA2EE-7F7E-57AE-2146-E2DD807A9883}"/>
          </ac:spMkLst>
        </pc:spChg>
        <pc:spChg chg="add mod">
          <ac:chgData name="礼 大野" userId="3582954f87a43087" providerId="LiveId" clId="{F0229A81-2427-42AC-83FC-E05678CC1783}" dt="2026-07-01T01:28:44.796" v="466" actId="1035"/>
          <ac:spMkLst>
            <pc:docMk/>
            <pc:sldMk cId="202038397" sldId="256"/>
            <ac:spMk id="305" creationId="{77F72748-38F9-123D-6E64-E3FE577676D5}"/>
          </ac:spMkLst>
        </pc:spChg>
        <pc:spChg chg="add mod">
          <ac:chgData name="礼 大野" userId="3582954f87a43087" providerId="LiveId" clId="{F0229A81-2427-42AC-83FC-E05678CC1783}" dt="2026-07-01T01:32:24.129" v="500" actId="14100"/>
          <ac:spMkLst>
            <pc:docMk/>
            <pc:sldMk cId="202038397" sldId="256"/>
            <ac:spMk id="366" creationId="{FA1CFF49-AB29-2BA1-3CB3-657F0DA759D8}"/>
          </ac:spMkLst>
        </pc:spChg>
        <pc:picChg chg="add mod">
          <ac:chgData name="礼 大野" userId="3582954f87a43087" providerId="LiveId" clId="{F0229A81-2427-42AC-83FC-E05678CC1783}" dt="2026-07-01T00:46:17.436" v="52" actId="571"/>
          <ac:picMkLst>
            <pc:docMk/>
            <pc:sldMk cId="202038397" sldId="256"/>
            <ac:picMk id="100" creationId="{485B1C46-2FFA-CE31-3039-A9B5BB9E890B}"/>
          </ac:picMkLst>
        </pc:picChg>
        <pc:picChg chg="mod">
          <ac:chgData name="礼 大野" userId="3582954f87a43087" providerId="LiveId" clId="{F0229A81-2427-42AC-83FC-E05678CC1783}" dt="2026-07-01T01:07:31.813" v="315" actId="1076"/>
          <ac:picMkLst>
            <pc:docMk/>
            <pc:sldMk cId="202038397" sldId="256"/>
            <ac:picMk id="116" creationId="{00000000-0000-0000-0000-000000000000}"/>
          </ac:picMkLst>
        </pc:picChg>
        <pc:picChg chg="mod">
          <ac:chgData name="礼 大野" userId="3582954f87a43087" providerId="LiveId" clId="{F0229A81-2427-42AC-83FC-E05678CC1783}" dt="2026-07-01T00:43:45.623" v="18" actId="1076"/>
          <ac:picMkLst>
            <pc:docMk/>
            <pc:sldMk cId="202038397" sldId="256"/>
            <ac:picMk id="127" creationId="{00000000-0000-0000-0000-000000000000}"/>
          </ac:picMkLst>
        </pc:picChg>
        <pc:picChg chg="mod">
          <ac:chgData name="礼 大野" userId="3582954f87a43087" providerId="LiveId" clId="{F0229A81-2427-42AC-83FC-E05678CC1783}" dt="2026-07-01T00:47:21.758" v="68" actId="1076"/>
          <ac:picMkLst>
            <pc:docMk/>
            <pc:sldMk cId="202038397" sldId="256"/>
            <ac:picMk id="130" creationId="{00000000-0000-0000-0000-000000000000}"/>
          </ac:picMkLst>
        </pc:picChg>
        <pc:picChg chg="mod">
          <ac:chgData name="礼 大野" userId="3582954f87a43087" providerId="LiveId" clId="{F0229A81-2427-42AC-83FC-E05678CC1783}" dt="2026-07-01T01:06:13.217" v="298" actId="1076"/>
          <ac:picMkLst>
            <pc:docMk/>
            <pc:sldMk cId="202038397" sldId="256"/>
            <ac:picMk id="133" creationId="{00000000-0000-0000-0000-000000000000}"/>
          </ac:picMkLst>
        </pc:picChg>
        <pc:picChg chg="mod">
          <ac:chgData name="礼 大野" userId="3582954f87a43087" providerId="LiveId" clId="{F0229A81-2427-42AC-83FC-E05678CC1783}" dt="2026-07-01T00:44:07.281" v="23" actId="1076"/>
          <ac:picMkLst>
            <pc:docMk/>
            <pc:sldMk cId="202038397" sldId="256"/>
            <ac:picMk id="136" creationId="{00000000-0000-0000-0000-000000000000}"/>
          </ac:picMkLst>
        </pc:picChg>
        <pc:picChg chg="mod">
          <ac:chgData name="礼 大野" userId="3582954f87a43087" providerId="LiveId" clId="{F0229A81-2427-42AC-83FC-E05678CC1783}" dt="2026-07-01T01:06:21.688" v="299" actId="1076"/>
          <ac:picMkLst>
            <pc:docMk/>
            <pc:sldMk cId="202038397" sldId="256"/>
            <ac:picMk id="139" creationId="{00000000-0000-0000-0000-000000000000}"/>
          </ac:picMkLst>
        </pc:picChg>
        <pc:picChg chg="mod">
          <ac:chgData name="礼 大野" userId="3582954f87a43087" providerId="LiveId" clId="{F0229A81-2427-42AC-83FC-E05678CC1783}" dt="2026-07-01T01:28:24.761" v="458" actId="1076"/>
          <ac:picMkLst>
            <pc:docMk/>
            <pc:sldMk cId="202038397" sldId="256"/>
            <ac:picMk id="142" creationId="{00000000-0000-0000-0000-000000000000}"/>
          </ac:picMkLst>
        </pc:picChg>
        <pc:picChg chg="mod">
          <ac:chgData name="礼 大野" userId="3582954f87a43087" providerId="LiveId" clId="{F0229A81-2427-42AC-83FC-E05678CC1783}" dt="2026-07-01T00:58:05.338" v="205" actId="1076"/>
          <ac:picMkLst>
            <pc:docMk/>
            <pc:sldMk cId="202038397" sldId="256"/>
            <ac:picMk id="145" creationId="{00000000-0000-0000-0000-000000000000}"/>
          </ac:picMkLst>
        </pc:picChg>
        <pc:picChg chg="mod">
          <ac:chgData name="礼 大野" userId="3582954f87a43087" providerId="LiveId" clId="{F0229A81-2427-42AC-83FC-E05678CC1783}" dt="2026-07-01T00:52:54.403" v="110" actId="1076"/>
          <ac:picMkLst>
            <pc:docMk/>
            <pc:sldMk cId="202038397" sldId="256"/>
            <ac:picMk id="148" creationId="{00000000-0000-0000-0000-000000000000}"/>
          </ac:picMkLst>
        </pc:picChg>
        <pc:picChg chg="mod">
          <ac:chgData name="礼 大野" userId="3582954f87a43087" providerId="LiveId" clId="{F0229A81-2427-42AC-83FC-E05678CC1783}" dt="2026-07-01T00:51:47.293" v="100" actId="1076"/>
          <ac:picMkLst>
            <pc:docMk/>
            <pc:sldMk cId="202038397" sldId="256"/>
            <ac:picMk id="151" creationId="{00000000-0000-0000-0000-000000000000}"/>
          </ac:picMkLst>
        </pc:picChg>
        <pc:picChg chg="mod">
          <ac:chgData name="礼 大野" userId="3582954f87a43087" providerId="LiveId" clId="{F0229A81-2427-42AC-83FC-E05678CC1783}" dt="2026-07-01T00:51:47.293" v="100" actId="1076"/>
          <ac:picMkLst>
            <pc:docMk/>
            <pc:sldMk cId="202038397" sldId="256"/>
            <ac:picMk id="154" creationId="{00000000-0000-0000-0000-000000000000}"/>
          </ac:picMkLst>
        </pc:picChg>
        <pc:picChg chg="mod">
          <ac:chgData name="礼 大野" userId="3582954f87a43087" providerId="LiveId" clId="{F0229A81-2427-42AC-83FC-E05678CC1783}" dt="2026-07-01T00:51:47.293" v="100" actId="1076"/>
          <ac:picMkLst>
            <pc:docMk/>
            <pc:sldMk cId="202038397" sldId="256"/>
            <ac:picMk id="157" creationId="{00000000-0000-0000-0000-000000000000}"/>
          </ac:picMkLst>
        </pc:picChg>
        <pc:picChg chg="mod">
          <ac:chgData name="礼 大野" userId="3582954f87a43087" providerId="LiveId" clId="{F0229A81-2427-42AC-83FC-E05678CC1783}" dt="2026-07-01T01:05:40.904" v="274" actId="1036"/>
          <ac:picMkLst>
            <pc:docMk/>
            <pc:sldMk cId="202038397" sldId="256"/>
            <ac:picMk id="160" creationId="{00000000-0000-0000-0000-000000000000}"/>
          </ac:picMkLst>
        </pc:picChg>
        <pc:picChg chg="mod">
          <ac:chgData name="礼 大野" userId="3582954f87a43087" providerId="LiveId" clId="{F0229A81-2427-42AC-83FC-E05678CC1783}" dt="2026-07-01T01:05:40.904" v="274" actId="1036"/>
          <ac:picMkLst>
            <pc:docMk/>
            <pc:sldMk cId="202038397" sldId="256"/>
            <ac:picMk id="163" creationId="{00000000-0000-0000-0000-000000000000}"/>
          </ac:picMkLst>
        </pc:picChg>
        <pc:picChg chg="mod">
          <ac:chgData name="礼 大野" userId="3582954f87a43087" providerId="LiveId" clId="{F0229A81-2427-42AC-83FC-E05678CC1783}" dt="2026-07-01T00:58:05.338" v="205" actId="1076"/>
          <ac:picMkLst>
            <pc:docMk/>
            <pc:sldMk cId="202038397" sldId="256"/>
            <ac:picMk id="166" creationId="{00000000-0000-0000-0000-000000000000}"/>
          </ac:picMkLst>
        </pc:picChg>
        <pc:picChg chg="mod">
          <ac:chgData name="礼 大野" userId="3582954f87a43087" providerId="LiveId" clId="{F0229A81-2427-42AC-83FC-E05678CC1783}" dt="2026-07-01T00:57:19.139" v="196" actId="1076"/>
          <ac:picMkLst>
            <pc:docMk/>
            <pc:sldMk cId="202038397" sldId="256"/>
            <ac:picMk id="169" creationId="{00000000-0000-0000-0000-000000000000}"/>
          </ac:picMkLst>
        </pc:picChg>
        <pc:picChg chg="mod">
          <ac:chgData name="礼 大野" userId="3582954f87a43087" providerId="LiveId" clId="{F0229A81-2427-42AC-83FC-E05678CC1783}" dt="2026-07-01T00:57:19.139" v="196" actId="1076"/>
          <ac:picMkLst>
            <pc:docMk/>
            <pc:sldMk cId="202038397" sldId="256"/>
            <ac:picMk id="175" creationId="{00000000-0000-0000-0000-000000000000}"/>
          </ac:picMkLst>
        </pc:picChg>
        <pc:picChg chg="mod">
          <ac:chgData name="礼 大野" userId="3582954f87a43087" providerId="LiveId" clId="{F0229A81-2427-42AC-83FC-E05678CC1783}" dt="2026-07-01T01:30:43.938" v="480" actId="1076"/>
          <ac:picMkLst>
            <pc:docMk/>
            <pc:sldMk cId="202038397" sldId="256"/>
            <ac:picMk id="178" creationId="{00000000-0000-0000-0000-000000000000}"/>
          </ac:picMkLst>
        </pc:picChg>
        <pc:picChg chg="mod">
          <ac:chgData name="礼 大野" userId="3582954f87a43087" providerId="LiveId" clId="{F0229A81-2427-42AC-83FC-E05678CC1783}" dt="2026-07-01T01:30:16.707" v="475" actId="1076"/>
          <ac:picMkLst>
            <pc:docMk/>
            <pc:sldMk cId="202038397" sldId="256"/>
            <ac:picMk id="187" creationId="{00000000-0000-0000-0000-000000000000}"/>
          </ac:picMkLst>
        </pc:picChg>
        <pc:picChg chg="mod">
          <ac:chgData name="礼 大野" userId="3582954f87a43087" providerId="LiveId" clId="{F0229A81-2427-42AC-83FC-E05678CC1783}" dt="2026-07-01T01:30:36.080" v="478" actId="14100"/>
          <ac:picMkLst>
            <pc:docMk/>
            <pc:sldMk cId="202038397" sldId="256"/>
            <ac:picMk id="190" creationId="{00000000-0000-0000-0000-000000000000}"/>
          </ac:picMkLst>
        </pc:picChg>
        <pc:picChg chg="mod">
          <ac:chgData name="礼 大野" userId="3582954f87a43087" providerId="LiveId" clId="{F0229A81-2427-42AC-83FC-E05678CC1783}" dt="2026-07-01T01:30:36.080" v="478" actId="14100"/>
          <ac:picMkLst>
            <pc:docMk/>
            <pc:sldMk cId="202038397" sldId="256"/>
            <ac:picMk id="193" creationId="{00000000-0000-0000-0000-000000000000}"/>
          </ac:picMkLst>
        </pc:picChg>
        <pc:picChg chg="mod">
          <ac:chgData name="礼 大野" userId="3582954f87a43087" providerId="LiveId" clId="{F0229A81-2427-42AC-83FC-E05678CC1783}" dt="2026-07-01T00:47:21.758" v="68" actId="1076"/>
          <ac:picMkLst>
            <pc:docMk/>
            <pc:sldMk cId="202038397" sldId="256"/>
            <ac:picMk id="196" creationId="{00000000-0000-0000-0000-000000000000}"/>
          </ac:picMkLst>
        </pc:picChg>
        <pc:picChg chg="mod">
          <ac:chgData name="礼 大野" userId="3582954f87a43087" providerId="LiveId" clId="{F0229A81-2427-42AC-83FC-E05678CC1783}" dt="2026-07-01T00:47:21.758" v="68" actId="1076"/>
          <ac:picMkLst>
            <pc:docMk/>
            <pc:sldMk cId="202038397" sldId="256"/>
            <ac:picMk id="199" creationId="{00000000-0000-0000-0000-000000000000}"/>
          </ac:picMkLst>
        </pc:picChg>
        <pc:picChg chg="add mod">
          <ac:chgData name="礼 大野" userId="3582954f87a43087" providerId="LiveId" clId="{F0229A81-2427-42AC-83FC-E05678CC1783}" dt="2026-07-01T01:04:17.805" v="245" actId="1035"/>
          <ac:picMkLst>
            <pc:docMk/>
            <pc:sldMk cId="202038397" sldId="256"/>
            <ac:picMk id="248" creationId="{685BEEED-31A8-8A63-6BEA-5B1C9B18C23B}"/>
          </ac:picMkLst>
        </pc:picChg>
        <pc:picChg chg="add del mod">
          <ac:chgData name="礼 大野" userId="3582954f87a43087" providerId="LiveId" clId="{F0229A81-2427-42AC-83FC-E05678CC1783}" dt="2026-07-01T01:18:30.290" v="423" actId="931"/>
          <ac:picMkLst>
            <pc:docMk/>
            <pc:sldMk cId="202038397" sldId="256"/>
            <ac:picMk id="299" creationId="{84507C4C-B092-BBE1-44E8-3EB823BEA6EE}"/>
          </ac:picMkLst>
        </pc:picChg>
        <pc:picChg chg="add mod">
          <ac:chgData name="礼 大野" userId="3582954f87a43087" providerId="LiveId" clId="{F0229A81-2427-42AC-83FC-E05678CC1783}" dt="2026-07-01T01:28:44.796" v="466" actId="1035"/>
          <ac:picMkLst>
            <pc:docMk/>
            <pc:sldMk cId="202038397" sldId="256"/>
            <ac:picMk id="301" creationId="{19A3883F-926A-1CE8-DB2B-72679D074AA4}"/>
          </ac:picMkLst>
        </pc:picChg>
        <pc:cxnChg chg="add mod">
          <ac:chgData name="礼 大野" userId="3582954f87a43087" providerId="LiveId" clId="{F0229A81-2427-42AC-83FC-E05678CC1783}" dt="2026-07-01T00:46:17.436" v="52" actId="571"/>
          <ac:cxnSpMkLst>
            <pc:docMk/>
            <pc:sldMk cId="202038397" sldId="256"/>
            <ac:cxnSpMk id="102" creationId="{D9B84430-A0E9-DBF3-925B-5888E9D503A7}"/>
          </ac:cxnSpMkLst>
        </pc:cxnChg>
        <pc:cxnChg chg="add del mod">
          <ac:chgData name="礼 大野" userId="3582954f87a43087" providerId="LiveId" clId="{F0229A81-2427-42AC-83FC-E05678CC1783}" dt="2026-07-01T00:53:51.077" v="140" actId="478"/>
          <ac:cxnSpMkLst>
            <pc:docMk/>
            <pc:sldMk cId="202038397" sldId="256"/>
            <ac:cxnSpMk id="158" creationId="{059271CC-0058-7721-B2E2-A902A4FBB935}"/>
          </ac:cxnSpMkLst>
        </pc:cxnChg>
        <pc:cxnChg chg="add mod">
          <ac:chgData name="礼 大野" userId="3582954f87a43087" providerId="LiveId" clId="{F0229A81-2427-42AC-83FC-E05678CC1783}" dt="2026-07-01T01:06:03.786" v="297" actId="14100"/>
          <ac:cxnSpMkLst>
            <pc:docMk/>
            <pc:sldMk cId="202038397" sldId="256"/>
            <ac:cxnSpMk id="161" creationId="{2315ACEC-AE6F-EEF6-7C2E-DF0D64CB787F}"/>
          </ac:cxnSpMkLst>
        </pc:cxnChg>
        <pc:cxnChg chg="add del mod">
          <ac:chgData name="礼 大野" userId="3582954f87a43087" providerId="LiveId" clId="{F0229A81-2427-42AC-83FC-E05678CC1783}" dt="2026-07-01T00:54:26.507" v="145" actId="478"/>
          <ac:cxnSpMkLst>
            <pc:docMk/>
            <pc:sldMk cId="202038397" sldId="256"/>
            <ac:cxnSpMk id="162" creationId="{659F3DE3-1350-30E6-7775-89CFDFE96B93}"/>
          </ac:cxnSpMkLst>
        </pc:cxnChg>
        <pc:cxnChg chg="add mod">
          <ac:chgData name="礼 大野" userId="3582954f87a43087" providerId="LiveId" clId="{F0229A81-2427-42AC-83FC-E05678CC1783}" dt="2026-07-01T01:32:54.466" v="501" actId="14100"/>
          <ac:cxnSpMkLst>
            <pc:docMk/>
            <pc:sldMk cId="202038397" sldId="256"/>
            <ac:cxnSpMk id="168" creationId="{EA9F4237-2B37-D4F7-8DFF-7856A34FF97F}"/>
          </ac:cxnSpMkLst>
        </pc:cxnChg>
        <pc:cxnChg chg="add mod">
          <ac:chgData name="礼 大野" userId="3582954f87a43087" providerId="LiveId" clId="{F0229A81-2427-42AC-83FC-E05678CC1783}" dt="2026-07-01T01:06:21.688" v="299" actId="1076"/>
          <ac:cxnSpMkLst>
            <pc:docMk/>
            <pc:sldMk cId="202038397" sldId="256"/>
            <ac:cxnSpMk id="177" creationId="{E13C9B06-A97A-E8BD-5C70-6FCA0DD301AD}"/>
          </ac:cxnSpMkLst>
        </pc:cxnChg>
        <pc:cxnChg chg="add mod">
          <ac:chgData name="礼 大野" userId="3582954f87a43087" providerId="LiveId" clId="{F0229A81-2427-42AC-83FC-E05678CC1783}" dt="2026-07-01T01:30:39.403" v="479" actId="14100"/>
          <ac:cxnSpMkLst>
            <pc:docMk/>
            <pc:sldMk cId="202038397" sldId="256"/>
            <ac:cxnSpMk id="183" creationId="{58B3978D-02B2-B000-1AE4-9E94702D7238}"/>
          </ac:cxnSpMkLst>
        </pc:cxnChg>
        <pc:cxnChg chg="add mod">
          <ac:chgData name="礼 大野" userId="3582954f87a43087" providerId="LiveId" clId="{F0229A81-2427-42AC-83FC-E05678CC1783}" dt="2026-07-01T00:55:49.485" v="174" actId="692"/>
          <ac:cxnSpMkLst>
            <pc:docMk/>
            <pc:sldMk cId="202038397" sldId="256"/>
            <ac:cxnSpMk id="188" creationId="{004EF546-C6DA-D5C7-4382-9CDFE5DDA662}"/>
          </ac:cxnSpMkLst>
        </pc:cxnChg>
        <pc:cxnChg chg="add mod">
          <ac:chgData name="礼 大野" userId="3582954f87a43087" providerId="LiveId" clId="{F0229A81-2427-42AC-83FC-E05678CC1783}" dt="2026-07-01T01:30:16.707" v="475" actId="1076"/>
          <ac:cxnSpMkLst>
            <pc:docMk/>
            <pc:sldMk cId="202038397" sldId="256"/>
            <ac:cxnSpMk id="192" creationId="{7E6B80D9-8190-0BBA-DFA1-E90EB20D70D8}"/>
          </ac:cxnSpMkLst>
        </pc:cxnChg>
        <pc:cxnChg chg="add mod">
          <ac:chgData name="礼 大野" userId="3582954f87a43087" providerId="LiveId" clId="{F0229A81-2427-42AC-83FC-E05678CC1783}" dt="2026-07-01T00:56:03.614" v="177" actId="14100"/>
          <ac:cxnSpMkLst>
            <pc:docMk/>
            <pc:sldMk cId="202038397" sldId="256"/>
            <ac:cxnSpMk id="197" creationId="{CE3AEC78-DD8D-09F8-C45F-672A829291AF}"/>
          </ac:cxnSpMkLst>
        </pc:cxnChg>
        <pc:cxnChg chg="del mod">
          <ac:chgData name="礼 大野" userId="3582954f87a43087" providerId="LiveId" clId="{F0229A81-2427-42AC-83FC-E05678CC1783}" dt="2026-07-01T00:53:06.871" v="118" actId="478"/>
          <ac:cxnSpMkLst>
            <pc:docMk/>
            <pc:sldMk cId="202038397" sldId="256"/>
            <ac:cxnSpMk id="201" creationId="{00000000-0000-0000-0000-000000000000}"/>
          </ac:cxnSpMkLst>
        </pc:cxnChg>
        <pc:cxnChg chg="del mod">
          <ac:chgData name="礼 大野" userId="3582954f87a43087" providerId="LiveId" clId="{F0229A81-2427-42AC-83FC-E05678CC1783}" dt="2026-07-01T00:53:02.254" v="114" actId="478"/>
          <ac:cxnSpMkLst>
            <pc:docMk/>
            <pc:sldMk cId="202038397" sldId="256"/>
            <ac:cxnSpMk id="202" creationId="{00000000-0000-0000-0000-000000000000}"/>
          </ac:cxnSpMkLst>
        </pc:cxnChg>
        <pc:cxnChg chg="del mod">
          <ac:chgData name="礼 大野" userId="3582954f87a43087" providerId="LiveId" clId="{F0229A81-2427-42AC-83FC-E05678CC1783}" dt="2026-07-01T00:53:00.748" v="113" actId="478"/>
          <ac:cxnSpMkLst>
            <pc:docMk/>
            <pc:sldMk cId="202038397" sldId="256"/>
            <ac:cxnSpMk id="203" creationId="{00000000-0000-0000-0000-000000000000}"/>
          </ac:cxnSpMkLst>
        </pc:cxnChg>
        <pc:cxnChg chg="del mod">
          <ac:chgData name="礼 大野" userId="3582954f87a43087" providerId="LiveId" clId="{F0229A81-2427-42AC-83FC-E05678CC1783}" dt="2026-07-01T00:51:22.323" v="93" actId="478"/>
          <ac:cxnSpMkLst>
            <pc:docMk/>
            <pc:sldMk cId="202038397" sldId="256"/>
            <ac:cxnSpMk id="204" creationId="{00000000-0000-0000-0000-000000000000}"/>
          </ac:cxnSpMkLst>
        </pc:cxnChg>
        <pc:cxnChg chg="del mod">
          <ac:chgData name="礼 大野" userId="3582954f87a43087" providerId="LiveId" clId="{F0229A81-2427-42AC-83FC-E05678CC1783}" dt="2026-07-01T00:51:21.641" v="92" actId="478"/>
          <ac:cxnSpMkLst>
            <pc:docMk/>
            <pc:sldMk cId="202038397" sldId="256"/>
            <ac:cxnSpMk id="205" creationId="{00000000-0000-0000-0000-000000000000}"/>
          </ac:cxnSpMkLst>
        </pc:cxnChg>
        <pc:cxnChg chg="del mod">
          <ac:chgData name="礼 大野" userId="3582954f87a43087" providerId="LiveId" clId="{F0229A81-2427-42AC-83FC-E05678CC1783}" dt="2026-07-01T00:53:00.195" v="112" actId="478"/>
          <ac:cxnSpMkLst>
            <pc:docMk/>
            <pc:sldMk cId="202038397" sldId="256"/>
            <ac:cxnSpMk id="206" creationId="{00000000-0000-0000-0000-000000000000}"/>
          </ac:cxnSpMkLst>
        </pc:cxnChg>
        <pc:cxnChg chg="del mod">
          <ac:chgData name="礼 大野" userId="3582954f87a43087" providerId="LiveId" clId="{F0229A81-2427-42AC-83FC-E05678CC1783}" dt="2026-07-01T00:51:24.368" v="96" actId="478"/>
          <ac:cxnSpMkLst>
            <pc:docMk/>
            <pc:sldMk cId="202038397" sldId="256"/>
            <ac:cxnSpMk id="207" creationId="{00000000-0000-0000-0000-000000000000}"/>
          </ac:cxnSpMkLst>
        </pc:cxnChg>
        <pc:cxnChg chg="del mod">
          <ac:chgData name="礼 大野" userId="3582954f87a43087" providerId="LiveId" clId="{F0229A81-2427-42AC-83FC-E05678CC1783}" dt="2026-07-01T00:51:23.540" v="95" actId="478"/>
          <ac:cxnSpMkLst>
            <pc:docMk/>
            <pc:sldMk cId="202038397" sldId="256"/>
            <ac:cxnSpMk id="208" creationId="{00000000-0000-0000-0000-000000000000}"/>
          </ac:cxnSpMkLst>
        </pc:cxnChg>
        <pc:cxnChg chg="del mod">
          <ac:chgData name="礼 大野" userId="3582954f87a43087" providerId="LiveId" clId="{F0229A81-2427-42AC-83FC-E05678CC1783}" dt="2026-07-01T00:51:23.005" v="94" actId="478"/>
          <ac:cxnSpMkLst>
            <pc:docMk/>
            <pc:sldMk cId="202038397" sldId="256"/>
            <ac:cxnSpMk id="209" creationId="{00000000-0000-0000-0000-000000000000}"/>
          </ac:cxnSpMkLst>
        </pc:cxnChg>
        <pc:cxnChg chg="del mod">
          <ac:chgData name="礼 大野" userId="3582954f87a43087" providerId="LiveId" clId="{F0229A81-2427-42AC-83FC-E05678CC1783}" dt="2026-07-01T00:52:59.747" v="111" actId="478"/>
          <ac:cxnSpMkLst>
            <pc:docMk/>
            <pc:sldMk cId="202038397" sldId="256"/>
            <ac:cxnSpMk id="210" creationId="{00000000-0000-0000-0000-000000000000}"/>
          </ac:cxnSpMkLst>
        </pc:cxnChg>
        <pc:cxnChg chg="del mod">
          <ac:chgData name="礼 大野" userId="3582954f87a43087" providerId="LiveId" clId="{F0229A81-2427-42AC-83FC-E05678CC1783}" dt="2026-07-01T00:53:05.587" v="117" actId="478"/>
          <ac:cxnSpMkLst>
            <pc:docMk/>
            <pc:sldMk cId="202038397" sldId="256"/>
            <ac:cxnSpMk id="211" creationId="{00000000-0000-0000-0000-000000000000}"/>
          </ac:cxnSpMkLst>
        </pc:cxnChg>
        <pc:cxnChg chg="del mod">
          <ac:chgData name="礼 大野" userId="3582954f87a43087" providerId="LiveId" clId="{F0229A81-2427-42AC-83FC-E05678CC1783}" dt="2026-07-01T00:53:02.889" v="115" actId="478"/>
          <ac:cxnSpMkLst>
            <pc:docMk/>
            <pc:sldMk cId="202038397" sldId="256"/>
            <ac:cxnSpMk id="212" creationId="{00000000-0000-0000-0000-000000000000}"/>
          </ac:cxnSpMkLst>
        </pc:cxnChg>
        <pc:cxnChg chg="del mod">
          <ac:chgData name="礼 大野" userId="3582954f87a43087" providerId="LiveId" clId="{F0229A81-2427-42AC-83FC-E05678CC1783}" dt="2026-07-01T00:53:03.511" v="116" actId="478"/>
          <ac:cxnSpMkLst>
            <pc:docMk/>
            <pc:sldMk cId="202038397" sldId="256"/>
            <ac:cxnSpMk id="213" creationId="{00000000-0000-0000-0000-000000000000}"/>
          </ac:cxnSpMkLst>
        </pc:cxnChg>
        <pc:cxnChg chg="del mod">
          <ac:chgData name="礼 大野" userId="3582954f87a43087" providerId="LiveId" clId="{F0229A81-2427-42AC-83FC-E05678CC1783}" dt="2026-07-01T00:46:45.845" v="61" actId="478"/>
          <ac:cxnSpMkLst>
            <pc:docMk/>
            <pc:sldMk cId="202038397" sldId="256"/>
            <ac:cxnSpMk id="214" creationId="{00000000-0000-0000-0000-000000000000}"/>
          </ac:cxnSpMkLst>
        </pc:cxnChg>
        <pc:cxnChg chg="del mod">
          <ac:chgData name="礼 大野" userId="3582954f87a43087" providerId="LiveId" clId="{F0229A81-2427-42AC-83FC-E05678CC1783}" dt="2026-07-01T00:48:20.967" v="79" actId="478"/>
          <ac:cxnSpMkLst>
            <pc:docMk/>
            <pc:sldMk cId="202038397" sldId="256"/>
            <ac:cxnSpMk id="215" creationId="{00000000-0000-0000-0000-000000000000}"/>
          </ac:cxnSpMkLst>
        </pc:cxnChg>
        <pc:cxnChg chg="del mod">
          <ac:chgData name="礼 大野" userId="3582954f87a43087" providerId="LiveId" clId="{F0229A81-2427-42AC-83FC-E05678CC1783}" dt="2026-07-01T00:48:19.001" v="78" actId="478"/>
          <ac:cxnSpMkLst>
            <pc:docMk/>
            <pc:sldMk cId="202038397" sldId="256"/>
            <ac:cxnSpMk id="216" creationId="{00000000-0000-0000-0000-000000000000}"/>
          </ac:cxnSpMkLst>
        </pc:cxnChg>
        <pc:cxnChg chg="mod">
          <ac:chgData name="礼 大野" userId="3582954f87a43087" providerId="LiveId" clId="{F0229A81-2427-42AC-83FC-E05678CC1783}" dt="2026-07-01T01:08:02.913" v="320" actId="692"/>
          <ac:cxnSpMkLst>
            <pc:docMk/>
            <pc:sldMk cId="202038397" sldId="256"/>
            <ac:cxnSpMk id="217" creationId="{00000000-0000-0000-0000-000000000000}"/>
          </ac:cxnSpMkLst>
        </pc:cxnChg>
        <pc:cxnChg chg="del mod">
          <ac:chgData name="礼 大野" userId="3582954f87a43087" providerId="LiveId" clId="{F0229A81-2427-42AC-83FC-E05678CC1783}" dt="2026-07-01T00:46:44.671" v="60" actId="478"/>
          <ac:cxnSpMkLst>
            <pc:docMk/>
            <pc:sldMk cId="202038397" sldId="256"/>
            <ac:cxnSpMk id="218" creationId="{00000000-0000-0000-0000-000000000000}"/>
          </ac:cxnSpMkLst>
        </pc:cxnChg>
        <pc:cxnChg chg="del mod">
          <ac:chgData name="礼 大野" userId="3582954f87a43087" providerId="LiveId" clId="{F0229A81-2427-42AC-83FC-E05678CC1783}" dt="2026-07-01T00:48:17.097" v="76" actId="478"/>
          <ac:cxnSpMkLst>
            <pc:docMk/>
            <pc:sldMk cId="202038397" sldId="256"/>
            <ac:cxnSpMk id="219" creationId="{00000000-0000-0000-0000-000000000000}"/>
          </ac:cxnSpMkLst>
        </pc:cxnChg>
        <pc:cxnChg chg="del mod">
          <ac:chgData name="礼 大野" userId="3582954f87a43087" providerId="LiveId" clId="{F0229A81-2427-42AC-83FC-E05678CC1783}" dt="2026-07-01T00:48:17.685" v="77" actId="478"/>
          <ac:cxnSpMkLst>
            <pc:docMk/>
            <pc:sldMk cId="202038397" sldId="256"/>
            <ac:cxnSpMk id="220" creationId="{00000000-0000-0000-0000-000000000000}"/>
          </ac:cxnSpMkLst>
        </pc:cxnChg>
        <pc:cxnChg chg="del mod">
          <ac:chgData name="礼 大野" userId="3582954f87a43087" providerId="LiveId" clId="{F0229A81-2427-42AC-83FC-E05678CC1783}" dt="2026-07-01T01:07:42.576" v="316" actId="478"/>
          <ac:cxnSpMkLst>
            <pc:docMk/>
            <pc:sldMk cId="202038397" sldId="256"/>
            <ac:cxnSpMk id="221" creationId="{00000000-0000-0000-0000-000000000000}"/>
          </ac:cxnSpMkLst>
        </pc:cxnChg>
        <pc:cxnChg chg="add mod">
          <ac:chgData name="礼 大野" userId="3582954f87a43087" providerId="LiveId" clId="{F0229A81-2427-42AC-83FC-E05678CC1783}" dt="2026-07-01T00:56:07.893" v="180" actId="14100"/>
          <ac:cxnSpMkLst>
            <pc:docMk/>
            <pc:sldMk cId="202038397" sldId="256"/>
            <ac:cxnSpMk id="222" creationId="{1F17402D-56F9-1FFB-B91B-BF2274A85BC0}"/>
          </ac:cxnSpMkLst>
        </pc:cxnChg>
        <pc:cxnChg chg="add mod">
          <ac:chgData name="礼 大野" userId="3582954f87a43087" providerId="LiveId" clId="{F0229A81-2427-42AC-83FC-E05678CC1783}" dt="2026-07-01T01:28:24.761" v="458" actId="1076"/>
          <ac:cxnSpMkLst>
            <pc:docMk/>
            <pc:sldMk cId="202038397" sldId="256"/>
            <ac:cxnSpMk id="225" creationId="{63E1DA84-D3D1-ADD1-2CDA-773FD564A77B}"/>
          </ac:cxnSpMkLst>
        </pc:cxnChg>
        <pc:cxnChg chg="add mod">
          <ac:chgData name="礼 大野" userId="3582954f87a43087" providerId="LiveId" clId="{F0229A81-2427-42AC-83FC-E05678CC1783}" dt="2026-07-01T01:28:24.761" v="458" actId="1076"/>
          <ac:cxnSpMkLst>
            <pc:docMk/>
            <pc:sldMk cId="202038397" sldId="256"/>
            <ac:cxnSpMk id="229" creationId="{5CAE2403-41A6-1BA2-8F30-2F048CA9B16E}"/>
          </ac:cxnSpMkLst>
        </pc:cxnChg>
        <pc:cxnChg chg="add mod">
          <ac:chgData name="礼 大野" userId="3582954f87a43087" providerId="LiveId" clId="{F0229A81-2427-42AC-83FC-E05678CC1783}" dt="2026-07-01T00:57:19.139" v="196" actId="1076"/>
          <ac:cxnSpMkLst>
            <pc:docMk/>
            <pc:sldMk cId="202038397" sldId="256"/>
            <ac:cxnSpMk id="232" creationId="{9916CE49-0CF8-1A87-8082-473AB92156E2}"/>
          </ac:cxnSpMkLst>
        </pc:cxnChg>
        <pc:cxnChg chg="add mod">
          <ac:chgData name="礼 大野" userId="3582954f87a43087" providerId="LiveId" clId="{F0229A81-2427-42AC-83FC-E05678CC1783}" dt="2026-07-01T01:28:24.761" v="458" actId="1076"/>
          <ac:cxnSpMkLst>
            <pc:docMk/>
            <pc:sldMk cId="202038397" sldId="256"/>
            <ac:cxnSpMk id="236" creationId="{C0B0C175-A513-79D2-039C-2C0FBE195271}"/>
          </ac:cxnSpMkLst>
        </pc:cxnChg>
        <pc:cxnChg chg="add mod">
          <ac:chgData name="礼 大野" userId="3582954f87a43087" providerId="LiveId" clId="{F0229A81-2427-42AC-83FC-E05678CC1783}" dt="2026-07-01T01:28:24.761" v="458" actId="1076"/>
          <ac:cxnSpMkLst>
            <pc:docMk/>
            <pc:sldMk cId="202038397" sldId="256"/>
            <ac:cxnSpMk id="239" creationId="{76492203-4548-3C31-52E3-9CE979673008}"/>
          </ac:cxnSpMkLst>
        </pc:cxnChg>
        <pc:cxnChg chg="add mod">
          <ac:chgData name="礼 大野" userId="3582954f87a43087" providerId="LiveId" clId="{F0229A81-2427-42AC-83FC-E05678CC1783}" dt="2026-07-01T01:29:01.246" v="472" actId="14100"/>
          <ac:cxnSpMkLst>
            <pc:docMk/>
            <pc:sldMk cId="202038397" sldId="256"/>
            <ac:cxnSpMk id="252" creationId="{9C82540F-2104-B4C6-C9F3-BAAD741D2A50}"/>
          </ac:cxnSpMkLst>
        </pc:cxnChg>
        <pc:cxnChg chg="add mod">
          <ac:chgData name="礼 大野" userId="3582954f87a43087" providerId="LiveId" clId="{F0229A81-2427-42AC-83FC-E05678CC1783}" dt="2026-07-01T01:05:18.326" v="251" actId="692"/>
          <ac:cxnSpMkLst>
            <pc:docMk/>
            <pc:sldMk cId="202038397" sldId="256"/>
            <ac:cxnSpMk id="258" creationId="{C603B787-0C6F-AFE7-33F3-0F82A6CC5D92}"/>
          </ac:cxnSpMkLst>
        </pc:cxnChg>
        <pc:cxnChg chg="add mod">
          <ac:chgData name="礼 大野" userId="3582954f87a43087" providerId="LiveId" clId="{F0229A81-2427-42AC-83FC-E05678CC1783}" dt="2026-07-01T01:30:43.938" v="480" actId="1076"/>
          <ac:cxnSpMkLst>
            <pc:docMk/>
            <pc:sldMk cId="202038397" sldId="256"/>
            <ac:cxnSpMk id="279" creationId="{A25F853C-8EFD-E59C-4A46-09467D3CC9E5}"/>
          </ac:cxnSpMkLst>
        </pc:cxnChg>
        <pc:cxnChg chg="add mod">
          <ac:chgData name="礼 大野" userId="3582954f87a43087" providerId="LiveId" clId="{F0229A81-2427-42AC-83FC-E05678CC1783}" dt="2026-07-01T01:30:16.707" v="475" actId="1076"/>
          <ac:cxnSpMkLst>
            <pc:docMk/>
            <pc:sldMk cId="202038397" sldId="256"/>
            <ac:cxnSpMk id="283" creationId="{0F31E62C-0597-E344-ECF0-504359A2EB36}"/>
          </ac:cxnSpMkLst>
        </pc:cxnChg>
        <pc:cxnChg chg="add mod">
          <ac:chgData name="礼 大野" userId="3582954f87a43087" providerId="LiveId" clId="{F0229A81-2427-42AC-83FC-E05678CC1783}" dt="2026-07-01T01:30:43.938" v="480" actId="1076"/>
          <ac:cxnSpMkLst>
            <pc:docMk/>
            <pc:sldMk cId="202038397" sldId="256"/>
            <ac:cxnSpMk id="286" creationId="{F5B212F9-A0B2-E813-A582-2486C5146937}"/>
          </ac:cxnSpMkLst>
        </pc:cxnChg>
        <pc:cxnChg chg="add mod">
          <ac:chgData name="礼 大野" userId="3582954f87a43087" providerId="LiveId" clId="{F0229A81-2427-42AC-83FC-E05678CC1783}" dt="2026-07-01T01:08:19.538" v="321" actId="692"/>
          <ac:cxnSpMkLst>
            <pc:docMk/>
            <pc:sldMk cId="202038397" sldId="256"/>
            <ac:cxnSpMk id="293" creationId="{8DA04494-B68E-C0CC-42B2-E1B01C819F39}"/>
          </ac:cxnSpMkLst>
        </pc:cxnChg>
        <pc:cxnChg chg="add del mod">
          <ac:chgData name="礼 大野" userId="3582954f87a43087" providerId="LiveId" clId="{F0229A81-2427-42AC-83FC-E05678CC1783}" dt="2026-07-01T01:24:49.727" v="439" actId="478"/>
          <ac:cxnSpMkLst>
            <pc:docMk/>
            <pc:sldMk cId="202038397" sldId="256"/>
            <ac:cxnSpMk id="306" creationId="{A490C45A-F40F-794F-CDB8-75C7649C0F27}"/>
          </ac:cxnSpMkLst>
        </pc:cxnChg>
        <pc:cxnChg chg="add mod">
          <ac:chgData name="礼 大野" userId="3582954f87a43087" providerId="LiveId" clId="{F0229A81-2427-42AC-83FC-E05678CC1783}" dt="2026-07-01T01:28:44.796" v="466" actId="1035"/>
          <ac:cxnSpMkLst>
            <pc:docMk/>
            <pc:sldMk cId="202038397" sldId="256"/>
            <ac:cxnSpMk id="315" creationId="{8AC491F6-7A0A-D5DF-2B32-FDF708212772}"/>
          </ac:cxnSpMkLst>
        </pc:cxnChg>
      </pc:sldChg>
      <pc:sldChg chg="delSp modSp mod">
        <pc:chgData name="礼 大野" userId="3582954f87a43087" providerId="LiveId" clId="{F0229A81-2427-42AC-83FC-E05678CC1783}" dt="2026-07-01T01:14:57.339" v="407"/>
        <pc:sldMkLst>
          <pc:docMk/>
          <pc:sldMk cId="1467385877" sldId="257"/>
        </pc:sldMkLst>
        <pc:spChg chg="del">
          <ac:chgData name="礼 大野" userId="3582954f87a43087" providerId="LiveId" clId="{F0229A81-2427-42AC-83FC-E05678CC1783}" dt="2026-07-01T01:14:24.205" v="402" actId="478"/>
          <ac:spMkLst>
            <pc:docMk/>
            <pc:sldMk cId="1467385877" sldId="257"/>
            <ac:spMk id="2" creationId="{A5283498-4E6C-408A-8CB4-5EE98C7AC2A6}"/>
          </ac:spMkLst>
        </pc:spChg>
        <pc:spChg chg="mod">
          <ac:chgData name="礼 大野" userId="3582954f87a43087" providerId="LiveId" clId="{F0229A81-2427-42AC-83FC-E05678CC1783}" dt="2026-07-01T01:09:01.465" v="327" actId="20577"/>
          <ac:spMkLst>
            <pc:docMk/>
            <pc:sldMk cId="1467385877" sldId="257"/>
            <ac:spMk id="3" creationId="{CB3C5109-D1F2-48D3-AE65-D739914800DD}"/>
          </ac:spMkLst>
        </pc:spChg>
        <pc:spChg chg="del">
          <ac:chgData name="礼 大野" userId="3582954f87a43087" providerId="LiveId" clId="{F0229A81-2427-42AC-83FC-E05678CC1783}" dt="2026-07-01T01:10:57.100" v="335" actId="478"/>
          <ac:spMkLst>
            <pc:docMk/>
            <pc:sldMk cId="1467385877" sldId="257"/>
            <ac:spMk id="4" creationId="{634A97A8-912C-43A8-B05E-FA6C1375BB54}"/>
          </ac:spMkLst>
        </pc:spChg>
        <pc:graphicFrameChg chg="mod modGraphic">
          <ac:chgData name="礼 大野" userId="3582954f87a43087" providerId="LiveId" clId="{F0229A81-2427-42AC-83FC-E05678CC1783}" dt="2026-07-01T01:14:57.339" v="407"/>
          <ac:graphicFrameMkLst>
            <pc:docMk/>
            <pc:sldMk cId="1467385877" sldId="257"/>
            <ac:graphicFrameMk id="7" creationId="{00000000-0000-0000-0000-000000000000}"/>
          </ac:graphicFrameMkLst>
        </pc:graphicFrameChg>
      </pc:sldChg>
      <pc:sldChg chg="delSp modSp mod">
        <pc:chgData name="礼 大野" userId="3582954f87a43087" providerId="LiveId" clId="{F0229A81-2427-42AC-83FC-E05678CC1783}" dt="2026-07-01T01:17:30.623" v="420" actId="14734"/>
        <pc:sldMkLst>
          <pc:docMk/>
          <pc:sldMk cId="1892881750" sldId="258"/>
        </pc:sldMkLst>
        <pc:spChg chg="del">
          <ac:chgData name="礼 大野" userId="3582954f87a43087" providerId="LiveId" clId="{F0229A81-2427-42AC-83FC-E05678CC1783}" dt="2026-07-01T01:14:20.017" v="401" actId="478"/>
          <ac:spMkLst>
            <pc:docMk/>
            <pc:sldMk cId="1892881750" sldId="258"/>
            <ac:spMk id="2" creationId="{04E22257-5AAE-4221-8CAC-6F2FA9D2D533}"/>
          </ac:spMkLst>
        </pc:spChg>
        <pc:spChg chg="mod">
          <ac:chgData name="礼 大野" userId="3582954f87a43087" providerId="LiveId" clId="{F0229A81-2427-42AC-83FC-E05678CC1783}" dt="2026-07-01T01:09:05.967" v="329" actId="20577"/>
          <ac:spMkLst>
            <pc:docMk/>
            <pc:sldMk cId="1892881750" sldId="258"/>
            <ac:spMk id="3" creationId="{49AA97E9-796E-40CE-A667-F148029E289D}"/>
          </ac:spMkLst>
        </pc:spChg>
        <pc:spChg chg="del">
          <ac:chgData name="礼 大野" userId="3582954f87a43087" providerId="LiveId" clId="{F0229A81-2427-42AC-83FC-E05678CC1783}" dt="2026-07-01T01:10:54.073" v="334" actId="478"/>
          <ac:spMkLst>
            <pc:docMk/>
            <pc:sldMk cId="1892881750" sldId="258"/>
            <ac:spMk id="4" creationId="{EBB782B2-3F4D-4888-8B01-A0D82B346D22}"/>
          </ac:spMkLst>
        </pc:spChg>
        <pc:graphicFrameChg chg="mod modGraphic">
          <ac:chgData name="礼 大野" userId="3582954f87a43087" providerId="LiveId" clId="{F0229A81-2427-42AC-83FC-E05678CC1783}" dt="2026-07-01T01:17:30.623" v="420" actId="14734"/>
          <ac:graphicFrameMkLst>
            <pc:docMk/>
            <pc:sldMk cId="1892881750" sldId="258"/>
            <ac:graphicFrameMk id="7" creationId="{00000000-0000-0000-0000-000000000000}"/>
          </ac:graphicFrameMkLst>
        </pc:graphicFrame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svg"/><Relationship Id="rId13" Type="http://schemas.openxmlformats.org/officeDocument/2006/relationships/image" Target="../media/image11.svg"/><Relationship Id="rId18" Type="http://schemas.openxmlformats.org/officeDocument/2006/relationships/image" Target="../media/image16.svg"/><Relationship Id="rId26" Type="http://schemas.openxmlformats.org/officeDocument/2006/relationships/image" Target="../media/image24.svg"/><Relationship Id="rId3" Type="http://schemas.openxmlformats.org/officeDocument/2006/relationships/image" Target="../media/image1.svg"/><Relationship Id="rId21" Type="http://schemas.openxmlformats.org/officeDocument/2006/relationships/image" Target="../media/image19.svg"/><Relationship Id="rId7" Type="http://schemas.openxmlformats.org/officeDocument/2006/relationships/image" Target="../media/image5.svg"/><Relationship Id="rId12" Type="http://schemas.openxmlformats.org/officeDocument/2006/relationships/image" Target="../media/image10.svg"/><Relationship Id="rId17" Type="http://schemas.openxmlformats.org/officeDocument/2006/relationships/image" Target="../media/image15.svg"/><Relationship Id="rId25" Type="http://schemas.openxmlformats.org/officeDocument/2006/relationships/image" Target="../media/image23.svg"/><Relationship Id="rId2" Type="http://schemas.openxmlformats.org/officeDocument/2006/relationships/notesSlide" Target="../notesSlides/notesSlide1.xml"/><Relationship Id="rId16" Type="http://schemas.openxmlformats.org/officeDocument/2006/relationships/image" Target="../media/image14.svg"/><Relationship Id="rId20" Type="http://schemas.openxmlformats.org/officeDocument/2006/relationships/image" Target="../media/image18.svg"/><Relationship Id="rId29" Type="http://schemas.openxmlformats.org/officeDocument/2006/relationships/image" Target="../media/image27.sv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svg"/><Relationship Id="rId11" Type="http://schemas.openxmlformats.org/officeDocument/2006/relationships/image" Target="../media/image9.svg"/><Relationship Id="rId24" Type="http://schemas.openxmlformats.org/officeDocument/2006/relationships/image" Target="../media/image22.svg"/><Relationship Id="rId32" Type="http://schemas.openxmlformats.org/officeDocument/2006/relationships/image" Target="../media/image30.svg"/><Relationship Id="rId5" Type="http://schemas.openxmlformats.org/officeDocument/2006/relationships/image" Target="../media/image3.svg"/><Relationship Id="rId15" Type="http://schemas.openxmlformats.org/officeDocument/2006/relationships/image" Target="../media/image13.svg"/><Relationship Id="rId23" Type="http://schemas.openxmlformats.org/officeDocument/2006/relationships/image" Target="../media/image21.svg"/><Relationship Id="rId28" Type="http://schemas.openxmlformats.org/officeDocument/2006/relationships/image" Target="../media/image26.svg"/><Relationship Id="rId10" Type="http://schemas.openxmlformats.org/officeDocument/2006/relationships/image" Target="../media/image8.svg"/><Relationship Id="rId19" Type="http://schemas.openxmlformats.org/officeDocument/2006/relationships/image" Target="../media/image17.svg"/><Relationship Id="rId31" Type="http://schemas.openxmlformats.org/officeDocument/2006/relationships/image" Target="../media/image29.svg"/><Relationship Id="rId4" Type="http://schemas.openxmlformats.org/officeDocument/2006/relationships/image" Target="../media/image2.svg"/><Relationship Id="rId9" Type="http://schemas.openxmlformats.org/officeDocument/2006/relationships/image" Target="../media/image7.svg"/><Relationship Id="rId14" Type="http://schemas.openxmlformats.org/officeDocument/2006/relationships/image" Target="../media/image12.svg"/><Relationship Id="rId22" Type="http://schemas.openxmlformats.org/officeDocument/2006/relationships/image" Target="../media/image20.svg"/><Relationship Id="rId27" Type="http://schemas.openxmlformats.org/officeDocument/2006/relationships/image" Target="../media/image25.svg"/><Relationship Id="rId30" Type="http://schemas.openxmlformats.org/officeDocument/2006/relationships/image" Target="../media/image28.sv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svc-Amazon S3">
            <a:extLst>
              <a:ext uri="{FF2B5EF4-FFF2-40B4-BE49-F238E27FC236}">
                <a16:creationId xmlns:a16="http://schemas.microsoft.com/office/drawing/2014/main" id="{8972CAAC-DAE8-E344-B33B-248D74AA887B}"/>
              </a:ext>
            </a:extLst>
          </p:cNvPr>
          <p:cNvSpPr>
            <a:spLocks noGrp="1"/>
          </p:cNvSpPr>
          <p:nvPr/>
        </p:nvSpPr>
        <p:spPr>
          <a:xfrm>
            <a:off x="10825157" y="3839704"/>
            <a:ext cx="945184" cy="628650"/>
          </a:xfrm>
          <a:prstGeom prst="roundRect">
            <a:avLst>
              <a:gd name="adj" fmla="val 12121"/>
            </a:avLst>
          </a:prstGeom>
          <a:solidFill>
            <a:srgbClr val="FFFFFF"/>
          </a:solidFill>
          <a:ln w="19050">
            <a:solidFill>
              <a:srgbClr val="7AA116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ja-JP" altLang="en-US"/>
          </a:p>
        </p:txBody>
      </p:sp>
      <p:sp>
        <p:nvSpPr>
          <p:cNvPr id="251" name="正方形/長方形 250">
            <a:extLst>
              <a:ext uri="{FF2B5EF4-FFF2-40B4-BE49-F238E27FC236}">
                <a16:creationId xmlns:a16="http://schemas.microsoft.com/office/drawing/2014/main" id="{D778A515-70DC-3901-A841-A10225F077B7}"/>
              </a:ext>
            </a:extLst>
          </p:cNvPr>
          <p:cNvSpPr>
            <a:spLocks noGrp="1"/>
          </p:cNvSpPr>
          <p:nvPr/>
        </p:nvSpPr>
        <p:spPr>
          <a:xfrm>
            <a:off x="10863257" y="4163554"/>
            <a:ext cx="868984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750" b="1">
                <a:solidFill>
                  <a:srgbClr val="232F3E"/>
                </a:solidFill>
              </a:defRPr>
            </a:pPr>
            <a:r>
              <a:rPr lang="en-US" sz="750" b="1" dirty="0">
                <a:solidFill>
                  <a:srgbClr val="232F3E"/>
                </a:solidFill>
              </a:rPr>
              <a:t>EBS</a:t>
            </a:r>
          </a:p>
        </p:txBody>
      </p:sp>
      <p:sp>
        <p:nvSpPr>
          <p:cNvPr id="3" name="直線コネクタ 2">
            <a:extLst>
              <a:ext uri="{FF2B5EF4-FFF2-40B4-BE49-F238E27FC236}">
                <a16:creationId xmlns:a16="http://schemas.microsoft.com/office/drawing/2014/main" id="{5FAAAC17-CB84-48CF-AC04-1DC890730DE9}"/>
              </a:ext>
            </a:extLst>
          </p:cNvPr>
          <p:cNvSpPr>
            <a:spLocks noGrp="1"/>
          </p:cNvSpPr>
          <p:nvPr/>
        </p:nvSpPr>
        <p:spPr>
          <a:xfrm>
            <a:off x="400050" y="1200150"/>
            <a:ext cx="11391900" cy="0"/>
          </a:xfrm>
          <a:prstGeom prst="line">
            <a:avLst/>
          </a:prstGeom>
          <a:noFill/>
          <a:ln w="9525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" name="四角形: 角を丸くする 3">
            <a:extLst>
              <a:ext uri="{FF2B5EF4-FFF2-40B4-BE49-F238E27FC236}">
                <a16:creationId xmlns:a16="http://schemas.microsoft.com/office/drawing/2014/main" id="{278227FD-7AAE-4CA0-A661-EA5BF7D213EB}"/>
              </a:ext>
            </a:extLst>
          </p:cNvPr>
          <p:cNvSpPr>
            <a:spLocks noGrp="1"/>
          </p:cNvSpPr>
          <p:nvPr/>
        </p:nvSpPr>
        <p:spPr>
          <a:xfrm>
            <a:off x="1443197" y="1352550"/>
            <a:ext cx="10585314" cy="5105400"/>
          </a:xfrm>
          <a:prstGeom prst="roundRect">
            <a:avLst>
              <a:gd name="adj" fmla="val 1119"/>
            </a:avLst>
          </a:prstGeom>
          <a:noFill/>
          <a:ln w="19050">
            <a:solidFill>
              <a:srgbClr val="232F3E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pic>
        <p:nvPicPr>
          <p:cNvPr id="116" name="グラフィックス 115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/>
        </p:blipFill>
        <p:spPr>
          <a:xfrm>
            <a:off x="1497244" y="1409700"/>
            <a:ext cx="190500" cy="190500"/>
          </a:xfrm>
          <a:prstGeom prst="rect">
            <a:avLst/>
          </a:prstGeom>
        </p:spPr>
      </p:pic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DED8D329-7483-4930-AF16-2364C5C549B0}"/>
              </a:ext>
            </a:extLst>
          </p:cNvPr>
          <p:cNvSpPr>
            <a:spLocks noGrp="1"/>
          </p:cNvSpPr>
          <p:nvPr/>
        </p:nvSpPr>
        <p:spPr>
          <a:xfrm>
            <a:off x="1617164" y="1370772"/>
            <a:ext cx="2476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1">
                <a:solidFill>
                  <a:srgbClr val="232F3E"/>
                </a:solidFill>
              </a:defRPr>
            </a:pPr>
            <a:r>
              <a:rPr sz="1200" b="1" dirty="0">
                <a:solidFill>
                  <a:srgbClr val="232F3E"/>
                </a:solidFill>
              </a:rPr>
              <a:t>AWS Cloud</a:t>
            </a:r>
          </a:p>
        </p:txBody>
      </p:sp>
      <p:sp>
        <p:nvSpPr>
          <p:cNvPr id="7" name="四角形: 角を丸くする 6">
            <a:extLst>
              <a:ext uri="{FF2B5EF4-FFF2-40B4-BE49-F238E27FC236}">
                <a16:creationId xmlns:a16="http://schemas.microsoft.com/office/drawing/2014/main" id="{CD59CCE7-C724-42B0-A7F0-9E7E1AE8053F}"/>
              </a:ext>
            </a:extLst>
          </p:cNvPr>
          <p:cNvSpPr>
            <a:spLocks noGrp="1"/>
          </p:cNvSpPr>
          <p:nvPr/>
        </p:nvSpPr>
        <p:spPr>
          <a:xfrm>
            <a:off x="5126004" y="1596215"/>
            <a:ext cx="6776646" cy="4705847"/>
          </a:xfrm>
          <a:prstGeom prst="roundRect">
            <a:avLst>
              <a:gd name="adj" fmla="val 1214"/>
            </a:avLst>
          </a:prstGeom>
          <a:noFill/>
          <a:ln w="19050">
            <a:solidFill>
              <a:srgbClr val="00A4A6"/>
            </a:solidFill>
            <a:prstDash val="dash"/>
          </a:ln>
        </p:spPr>
        <p:txBody>
          <a:bodyPr/>
          <a:lstStyle/>
          <a:p>
            <a:endParaRPr lang="ja-JP" altLang="en-US"/>
          </a:p>
        </p:txBody>
      </p:sp>
      <p:pic>
        <p:nvPicPr>
          <p:cNvPr id="119" name="グラフィックス 118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/>
        </p:blipFill>
        <p:spPr>
          <a:xfrm>
            <a:off x="5202205" y="1653365"/>
            <a:ext cx="190500" cy="190500"/>
          </a:xfrm>
          <a:prstGeom prst="rect">
            <a:avLst/>
          </a:prstGeom>
        </p:spPr>
      </p:pic>
      <p:sp>
        <p:nvSpPr>
          <p:cNvPr id="9" name="正方形/長方形 8">
            <a:extLst>
              <a:ext uri="{FF2B5EF4-FFF2-40B4-BE49-F238E27FC236}">
                <a16:creationId xmlns:a16="http://schemas.microsoft.com/office/drawing/2014/main" id="{79378F7A-693D-48FA-A7EC-AC1A9F052B08}"/>
              </a:ext>
            </a:extLst>
          </p:cNvPr>
          <p:cNvSpPr>
            <a:spLocks noGrp="1"/>
          </p:cNvSpPr>
          <p:nvPr/>
        </p:nvSpPr>
        <p:spPr>
          <a:xfrm>
            <a:off x="5343720" y="1613679"/>
            <a:ext cx="2476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1">
                <a:solidFill>
                  <a:srgbClr val="00A4A6"/>
                </a:solidFill>
              </a:defRPr>
            </a:pPr>
            <a:r>
              <a:rPr sz="1200" b="1">
                <a:solidFill>
                  <a:srgbClr val="00A4A6"/>
                </a:solidFill>
              </a:rPr>
              <a:t>Region</a:t>
            </a:r>
          </a:p>
        </p:txBody>
      </p:sp>
      <p:sp>
        <p:nvSpPr>
          <p:cNvPr id="10" name="四角形: 角を丸くする 9">
            <a:extLst>
              <a:ext uri="{FF2B5EF4-FFF2-40B4-BE49-F238E27FC236}">
                <a16:creationId xmlns:a16="http://schemas.microsoft.com/office/drawing/2014/main" id="{A6FF3588-7259-4D19-BDDA-7BBAD4DE69A9}"/>
              </a:ext>
            </a:extLst>
          </p:cNvPr>
          <p:cNvSpPr>
            <a:spLocks noGrp="1"/>
          </p:cNvSpPr>
          <p:nvPr/>
        </p:nvSpPr>
        <p:spPr>
          <a:xfrm>
            <a:off x="5421279" y="1881965"/>
            <a:ext cx="2788569" cy="4356794"/>
          </a:xfrm>
          <a:prstGeom prst="roundRect">
            <a:avLst>
              <a:gd name="adj" fmla="val 2049"/>
            </a:avLst>
          </a:prstGeom>
          <a:noFill/>
          <a:ln w="19050">
            <a:solidFill>
              <a:srgbClr val="8C4FFF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pic>
        <p:nvPicPr>
          <p:cNvPr id="122" name="グラフィックス 121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/>
        </p:blipFill>
        <p:spPr>
          <a:xfrm>
            <a:off x="5497479" y="1939115"/>
            <a:ext cx="190500" cy="190500"/>
          </a:xfrm>
          <a:prstGeom prst="rect">
            <a:avLst/>
          </a:prstGeom>
        </p:spPr>
      </p:pic>
      <p:sp>
        <p:nvSpPr>
          <p:cNvPr id="12" name="正方形/長方形 11">
            <a:extLst>
              <a:ext uri="{FF2B5EF4-FFF2-40B4-BE49-F238E27FC236}">
                <a16:creationId xmlns:a16="http://schemas.microsoft.com/office/drawing/2014/main" id="{536CA6F4-BAC9-49A5-8B83-4A5DC01BD43C}"/>
              </a:ext>
            </a:extLst>
          </p:cNvPr>
          <p:cNvSpPr>
            <a:spLocks noGrp="1"/>
          </p:cNvSpPr>
          <p:nvPr/>
        </p:nvSpPr>
        <p:spPr>
          <a:xfrm>
            <a:off x="5606861" y="1901939"/>
            <a:ext cx="2407569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1">
                <a:solidFill>
                  <a:srgbClr val="8C4FFF"/>
                </a:solidFill>
              </a:defRPr>
            </a:pPr>
            <a:r>
              <a:rPr sz="1200" b="1" dirty="0">
                <a:solidFill>
                  <a:srgbClr val="8C4FFF"/>
                </a:solidFill>
              </a:rPr>
              <a:t>VPC</a:t>
            </a:r>
          </a:p>
        </p:txBody>
      </p:sp>
      <p:sp>
        <p:nvSpPr>
          <p:cNvPr id="13" name="四角形: 角を丸くする 12">
            <a:extLst>
              <a:ext uri="{FF2B5EF4-FFF2-40B4-BE49-F238E27FC236}">
                <a16:creationId xmlns:a16="http://schemas.microsoft.com/office/drawing/2014/main" id="{778049FC-9C8A-441A-9109-A4ABFF0823C7}"/>
              </a:ext>
            </a:extLst>
          </p:cNvPr>
          <p:cNvSpPr>
            <a:spLocks noGrp="1"/>
          </p:cNvSpPr>
          <p:nvPr/>
        </p:nvSpPr>
        <p:spPr>
          <a:xfrm>
            <a:off x="4083607" y="2148334"/>
            <a:ext cx="3911213" cy="3917186"/>
          </a:xfrm>
          <a:prstGeom prst="roundRect">
            <a:avLst>
              <a:gd name="adj" fmla="val 2547"/>
            </a:avLst>
          </a:prstGeom>
          <a:noFill/>
          <a:ln w="19050">
            <a:solidFill>
              <a:schemeClr val="tx1"/>
            </a:solidFill>
            <a:prstDash val="dash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5" name="四角形: 角を丸くする 14">
            <a:extLst>
              <a:ext uri="{FF2B5EF4-FFF2-40B4-BE49-F238E27FC236}">
                <a16:creationId xmlns:a16="http://schemas.microsoft.com/office/drawing/2014/main" id="{5DC717F0-1D2D-4EC5-AE1C-52916F9F4C7C}"/>
              </a:ext>
            </a:extLst>
          </p:cNvPr>
          <p:cNvSpPr>
            <a:spLocks noGrp="1"/>
          </p:cNvSpPr>
          <p:nvPr/>
        </p:nvSpPr>
        <p:spPr>
          <a:xfrm>
            <a:off x="6037928" y="2505390"/>
            <a:ext cx="1607446" cy="2653837"/>
          </a:xfrm>
          <a:prstGeom prst="roundRect">
            <a:avLst>
              <a:gd name="adj" fmla="val 3555"/>
            </a:avLst>
          </a:prstGeom>
          <a:solidFill>
            <a:srgbClr val="E6F6F7"/>
          </a:solidFill>
          <a:ln w="19050">
            <a:solidFill>
              <a:srgbClr val="00A4A6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pic>
        <p:nvPicPr>
          <p:cNvPr id="127" name="グラフィックス 126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/>
        </p:blipFill>
        <p:spPr>
          <a:xfrm>
            <a:off x="6114128" y="2562540"/>
            <a:ext cx="190500" cy="190500"/>
          </a:xfrm>
          <a:prstGeom prst="rect">
            <a:avLst/>
          </a:prstGeom>
        </p:spPr>
      </p:pic>
      <p:sp>
        <p:nvSpPr>
          <p:cNvPr id="17" name="正方形/長方形 16">
            <a:extLst>
              <a:ext uri="{FF2B5EF4-FFF2-40B4-BE49-F238E27FC236}">
                <a16:creationId xmlns:a16="http://schemas.microsoft.com/office/drawing/2014/main" id="{EA47D5A7-61AC-4648-86C6-3841747C9093}"/>
              </a:ext>
            </a:extLst>
          </p:cNvPr>
          <p:cNvSpPr>
            <a:spLocks noGrp="1"/>
          </p:cNvSpPr>
          <p:nvPr/>
        </p:nvSpPr>
        <p:spPr>
          <a:xfrm>
            <a:off x="6228772" y="2505390"/>
            <a:ext cx="1226446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1">
                <a:solidFill>
                  <a:srgbClr val="00A4A6"/>
                </a:solidFill>
              </a:defRPr>
            </a:pPr>
            <a:r>
              <a:rPr sz="1200" b="1" dirty="0">
                <a:solidFill>
                  <a:srgbClr val="00A4A6"/>
                </a:solidFill>
              </a:rPr>
              <a:t>Private subnet</a:t>
            </a:r>
          </a:p>
        </p:txBody>
      </p:sp>
      <p:sp>
        <p:nvSpPr>
          <p:cNvPr id="18" name="四角形: 角を丸くする 17">
            <a:extLst>
              <a:ext uri="{FF2B5EF4-FFF2-40B4-BE49-F238E27FC236}">
                <a16:creationId xmlns:a16="http://schemas.microsoft.com/office/drawing/2014/main" id="{D7AC4E0C-396E-4F0A-B337-3EEB2D2A877E}"/>
              </a:ext>
            </a:extLst>
          </p:cNvPr>
          <p:cNvSpPr>
            <a:spLocks noGrp="1"/>
          </p:cNvSpPr>
          <p:nvPr/>
        </p:nvSpPr>
        <p:spPr>
          <a:xfrm>
            <a:off x="87289" y="2653085"/>
            <a:ext cx="1230046" cy="1766538"/>
          </a:xfrm>
          <a:prstGeom prst="roundRect">
            <a:avLst>
              <a:gd name="adj" fmla="val 5452"/>
            </a:avLst>
          </a:prstGeom>
          <a:noFill/>
          <a:ln w="19050">
            <a:solidFill>
              <a:srgbClr val="7D8998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pic>
        <p:nvPicPr>
          <p:cNvPr id="130" name="グラフィックス 129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/>
        </p:blipFill>
        <p:spPr>
          <a:xfrm>
            <a:off x="163489" y="2710236"/>
            <a:ext cx="190500" cy="190500"/>
          </a:xfrm>
          <a:prstGeom prst="rect">
            <a:avLst/>
          </a:prstGeom>
        </p:spPr>
      </p:pic>
      <p:sp>
        <p:nvSpPr>
          <p:cNvPr id="20" name="正方形/長方形 19">
            <a:extLst>
              <a:ext uri="{FF2B5EF4-FFF2-40B4-BE49-F238E27FC236}">
                <a16:creationId xmlns:a16="http://schemas.microsoft.com/office/drawing/2014/main" id="{B585E63E-EB41-4C3B-BFCE-525C010DF4B6}"/>
              </a:ext>
            </a:extLst>
          </p:cNvPr>
          <p:cNvSpPr>
            <a:spLocks noGrp="1"/>
          </p:cNvSpPr>
          <p:nvPr/>
        </p:nvSpPr>
        <p:spPr>
          <a:xfrm>
            <a:off x="289350" y="2706939"/>
            <a:ext cx="667334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825" b="1">
                <a:solidFill>
                  <a:srgbClr val="7D8998"/>
                </a:solidFill>
              </a:defRPr>
            </a:pPr>
            <a:r>
              <a:rPr sz="825" b="1" dirty="0" err="1">
                <a:solidFill>
                  <a:srgbClr val="7D8998"/>
                </a:solidFill>
              </a:rPr>
              <a:t>現行環境</a:t>
            </a:r>
            <a:endParaRPr sz="825" b="1" dirty="0">
              <a:solidFill>
                <a:srgbClr val="7D8998"/>
              </a:solidFill>
            </a:endParaRPr>
          </a:p>
        </p:txBody>
      </p:sp>
      <p:sp>
        <p:nvSpPr>
          <p:cNvPr id="21" name="svc-Amazon Aurora">
            <a:extLst>
              <a:ext uri="{FF2B5EF4-FFF2-40B4-BE49-F238E27FC236}">
                <a16:creationId xmlns:a16="http://schemas.microsoft.com/office/drawing/2014/main" id="{982E71B1-FA6A-4F69-B12C-51A1DB6CE376}"/>
              </a:ext>
            </a:extLst>
          </p:cNvPr>
          <p:cNvSpPr>
            <a:spLocks noGrp="1"/>
          </p:cNvSpPr>
          <p:nvPr/>
        </p:nvSpPr>
        <p:spPr>
          <a:xfrm>
            <a:off x="6418601" y="4433364"/>
            <a:ext cx="945184" cy="628650"/>
          </a:xfrm>
          <a:prstGeom prst="roundRect">
            <a:avLst>
              <a:gd name="adj" fmla="val 12121"/>
            </a:avLst>
          </a:prstGeom>
          <a:solidFill>
            <a:srgbClr val="FFFFFF"/>
          </a:solidFill>
          <a:ln w="19050">
            <a:solidFill>
              <a:srgbClr val="C925D1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ja-JP" altLang="en-US"/>
          </a:p>
        </p:txBody>
      </p:sp>
      <p:pic>
        <p:nvPicPr>
          <p:cNvPr id="133" name="グラフィックス 132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/>
        </p:blipFill>
        <p:spPr>
          <a:xfrm>
            <a:off x="6757843" y="4490514"/>
            <a:ext cx="266700" cy="266700"/>
          </a:xfrm>
          <a:prstGeom prst="rect">
            <a:avLst/>
          </a:prstGeom>
        </p:spPr>
      </p:pic>
      <p:sp>
        <p:nvSpPr>
          <p:cNvPr id="23" name="正方形/長方形 22">
            <a:extLst>
              <a:ext uri="{FF2B5EF4-FFF2-40B4-BE49-F238E27FC236}">
                <a16:creationId xmlns:a16="http://schemas.microsoft.com/office/drawing/2014/main" id="{20311E42-C110-440E-9C5A-C5067A396FFC}"/>
              </a:ext>
            </a:extLst>
          </p:cNvPr>
          <p:cNvSpPr>
            <a:spLocks noGrp="1"/>
          </p:cNvSpPr>
          <p:nvPr/>
        </p:nvSpPr>
        <p:spPr>
          <a:xfrm>
            <a:off x="6445996" y="4763205"/>
            <a:ext cx="868984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750" b="1">
                <a:solidFill>
                  <a:srgbClr val="232F3E"/>
                </a:solidFill>
              </a:defRPr>
            </a:pPr>
            <a:r>
              <a:rPr sz="750" b="1" dirty="0">
                <a:solidFill>
                  <a:srgbClr val="232F3E"/>
                </a:solidFill>
              </a:rPr>
              <a:t>Aurora</a:t>
            </a:r>
          </a:p>
        </p:txBody>
      </p:sp>
      <p:sp>
        <p:nvSpPr>
          <p:cNvPr id="24" name="svc-Amazon ECS">
            <a:extLst>
              <a:ext uri="{FF2B5EF4-FFF2-40B4-BE49-F238E27FC236}">
                <a16:creationId xmlns:a16="http://schemas.microsoft.com/office/drawing/2014/main" id="{547952FE-D363-4359-9351-6EA53E7CB332}"/>
              </a:ext>
            </a:extLst>
          </p:cNvPr>
          <p:cNvSpPr>
            <a:spLocks noGrp="1"/>
          </p:cNvSpPr>
          <p:nvPr/>
        </p:nvSpPr>
        <p:spPr>
          <a:xfrm>
            <a:off x="6422164" y="2912835"/>
            <a:ext cx="945184" cy="628650"/>
          </a:xfrm>
          <a:prstGeom prst="roundRect">
            <a:avLst>
              <a:gd name="adj" fmla="val 12121"/>
            </a:avLst>
          </a:prstGeom>
          <a:solidFill>
            <a:srgbClr val="FFFFFF"/>
          </a:solidFill>
          <a:ln w="19050">
            <a:solidFill>
              <a:srgbClr val="ED7100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ja-JP" altLang="en-US"/>
          </a:p>
        </p:txBody>
      </p:sp>
      <p:pic>
        <p:nvPicPr>
          <p:cNvPr id="136" name="グラフィックス 135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/>
        </p:blipFill>
        <p:spPr>
          <a:xfrm>
            <a:off x="6761406" y="2969985"/>
            <a:ext cx="266700" cy="266700"/>
          </a:xfrm>
          <a:prstGeom prst="rect">
            <a:avLst/>
          </a:prstGeom>
        </p:spPr>
      </p:pic>
      <p:sp>
        <p:nvSpPr>
          <p:cNvPr id="26" name="正方形/長方形 25">
            <a:extLst>
              <a:ext uri="{FF2B5EF4-FFF2-40B4-BE49-F238E27FC236}">
                <a16:creationId xmlns:a16="http://schemas.microsoft.com/office/drawing/2014/main" id="{056C71E6-C1A9-4484-BFBC-F3A4173E6EFA}"/>
              </a:ext>
            </a:extLst>
          </p:cNvPr>
          <p:cNvSpPr>
            <a:spLocks noGrp="1"/>
          </p:cNvSpPr>
          <p:nvPr/>
        </p:nvSpPr>
        <p:spPr>
          <a:xfrm>
            <a:off x="6460264" y="3236685"/>
            <a:ext cx="868984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750" b="1">
                <a:solidFill>
                  <a:srgbClr val="232F3E"/>
                </a:solidFill>
              </a:defRPr>
            </a:pPr>
            <a:r>
              <a:rPr sz="750" b="1">
                <a:solidFill>
                  <a:srgbClr val="232F3E"/>
                </a:solidFill>
              </a:rPr>
              <a:t>Amazon ECS</a:t>
            </a:r>
          </a:p>
        </p:txBody>
      </p:sp>
      <p:sp>
        <p:nvSpPr>
          <p:cNvPr id="27" name="svc-AWS Fargate">
            <a:extLst>
              <a:ext uri="{FF2B5EF4-FFF2-40B4-BE49-F238E27FC236}">
                <a16:creationId xmlns:a16="http://schemas.microsoft.com/office/drawing/2014/main" id="{736A932C-9274-4EE8-A6ED-A7973E1A101A}"/>
              </a:ext>
            </a:extLst>
          </p:cNvPr>
          <p:cNvSpPr>
            <a:spLocks noGrp="1"/>
          </p:cNvSpPr>
          <p:nvPr/>
        </p:nvSpPr>
        <p:spPr>
          <a:xfrm>
            <a:off x="6422164" y="3693884"/>
            <a:ext cx="945184" cy="628650"/>
          </a:xfrm>
          <a:prstGeom prst="roundRect">
            <a:avLst>
              <a:gd name="adj" fmla="val 12121"/>
            </a:avLst>
          </a:prstGeom>
          <a:solidFill>
            <a:srgbClr val="FFFFFF"/>
          </a:solidFill>
          <a:ln w="19050">
            <a:solidFill>
              <a:srgbClr val="ED7100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ja-JP" altLang="en-US"/>
          </a:p>
        </p:txBody>
      </p:sp>
      <p:pic>
        <p:nvPicPr>
          <p:cNvPr id="139" name="グラフィックス 138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/>
        </p:blipFill>
        <p:spPr>
          <a:xfrm>
            <a:off x="6761406" y="3751034"/>
            <a:ext cx="266700" cy="266700"/>
          </a:xfrm>
          <a:prstGeom prst="rect">
            <a:avLst/>
          </a:prstGeom>
        </p:spPr>
      </p:pic>
      <p:sp>
        <p:nvSpPr>
          <p:cNvPr id="29" name="正方形/長方形 28">
            <a:extLst>
              <a:ext uri="{FF2B5EF4-FFF2-40B4-BE49-F238E27FC236}">
                <a16:creationId xmlns:a16="http://schemas.microsoft.com/office/drawing/2014/main" id="{B39704DB-CFAC-4E1E-ADD0-22E9808EA62F}"/>
              </a:ext>
            </a:extLst>
          </p:cNvPr>
          <p:cNvSpPr>
            <a:spLocks noGrp="1"/>
          </p:cNvSpPr>
          <p:nvPr/>
        </p:nvSpPr>
        <p:spPr>
          <a:xfrm>
            <a:off x="6460264" y="4017734"/>
            <a:ext cx="868984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750" b="1">
                <a:solidFill>
                  <a:srgbClr val="232F3E"/>
                </a:solidFill>
              </a:defRPr>
            </a:pPr>
            <a:r>
              <a:rPr sz="750" b="1" dirty="0">
                <a:solidFill>
                  <a:srgbClr val="232F3E"/>
                </a:solidFill>
              </a:rPr>
              <a:t>AWS Fargate</a:t>
            </a:r>
          </a:p>
        </p:txBody>
      </p:sp>
      <p:sp>
        <p:nvSpPr>
          <p:cNvPr id="30" name="svc-Endpoint">
            <a:extLst>
              <a:ext uri="{FF2B5EF4-FFF2-40B4-BE49-F238E27FC236}">
                <a16:creationId xmlns:a16="http://schemas.microsoft.com/office/drawing/2014/main" id="{4891D0AA-7BCF-4BED-847A-54F42AC0B759}"/>
              </a:ext>
            </a:extLst>
          </p:cNvPr>
          <p:cNvSpPr>
            <a:spLocks noGrp="1"/>
          </p:cNvSpPr>
          <p:nvPr/>
        </p:nvSpPr>
        <p:spPr>
          <a:xfrm>
            <a:off x="6961693" y="5294449"/>
            <a:ext cx="945184" cy="628650"/>
          </a:xfrm>
          <a:prstGeom prst="roundRect">
            <a:avLst>
              <a:gd name="adj" fmla="val 12121"/>
            </a:avLst>
          </a:prstGeom>
          <a:solidFill>
            <a:srgbClr val="FFFFFF"/>
          </a:solidFill>
          <a:ln w="19050">
            <a:solidFill>
              <a:srgbClr val="8C4FFF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ja-JP" altLang="en-US"/>
          </a:p>
        </p:txBody>
      </p:sp>
      <p:pic>
        <p:nvPicPr>
          <p:cNvPr id="142" name="グラフィックス 141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/>
        </p:blipFill>
        <p:spPr>
          <a:xfrm>
            <a:off x="7300934" y="5351599"/>
            <a:ext cx="266700" cy="266700"/>
          </a:xfrm>
          <a:prstGeom prst="rect">
            <a:avLst/>
          </a:prstGeom>
        </p:spPr>
      </p:pic>
      <p:sp>
        <p:nvSpPr>
          <p:cNvPr id="32" name="正方形/長方形 31">
            <a:extLst>
              <a:ext uri="{FF2B5EF4-FFF2-40B4-BE49-F238E27FC236}">
                <a16:creationId xmlns:a16="http://schemas.microsoft.com/office/drawing/2014/main" id="{4A1B24E5-C43E-4BD9-8035-B069869E693B}"/>
              </a:ext>
            </a:extLst>
          </p:cNvPr>
          <p:cNvSpPr>
            <a:spLocks noGrp="1"/>
          </p:cNvSpPr>
          <p:nvPr/>
        </p:nvSpPr>
        <p:spPr>
          <a:xfrm>
            <a:off x="6999793" y="5618299"/>
            <a:ext cx="868984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750" b="1">
                <a:solidFill>
                  <a:srgbClr val="232F3E"/>
                </a:solidFill>
              </a:defRPr>
            </a:pPr>
            <a:r>
              <a:rPr sz="750" b="1" dirty="0">
                <a:solidFill>
                  <a:srgbClr val="232F3E"/>
                </a:solidFill>
              </a:rPr>
              <a:t>Endpoint</a:t>
            </a:r>
          </a:p>
        </p:txBody>
      </p:sp>
      <p:sp>
        <p:nvSpPr>
          <p:cNvPr id="33" name="svc-Amazon ECR">
            <a:extLst>
              <a:ext uri="{FF2B5EF4-FFF2-40B4-BE49-F238E27FC236}">
                <a16:creationId xmlns:a16="http://schemas.microsoft.com/office/drawing/2014/main" id="{AB3A9F4D-791B-42BB-9BA8-8406446F2BAD}"/>
              </a:ext>
            </a:extLst>
          </p:cNvPr>
          <p:cNvSpPr>
            <a:spLocks noGrp="1"/>
          </p:cNvSpPr>
          <p:nvPr/>
        </p:nvSpPr>
        <p:spPr>
          <a:xfrm>
            <a:off x="9566170" y="4178978"/>
            <a:ext cx="945184" cy="628650"/>
          </a:xfrm>
          <a:prstGeom prst="roundRect">
            <a:avLst>
              <a:gd name="adj" fmla="val 12121"/>
            </a:avLst>
          </a:prstGeom>
          <a:solidFill>
            <a:srgbClr val="FFFFFF"/>
          </a:solidFill>
          <a:ln w="19050">
            <a:solidFill>
              <a:srgbClr val="ED7100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ja-JP" altLang="en-US"/>
          </a:p>
        </p:txBody>
      </p:sp>
      <p:pic>
        <p:nvPicPr>
          <p:cNvPr id="145" name="グラフィックス 144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/>
        </p:blipFill>
        <p:spPr>
          <a:xfrm>
            <a:off x="9905412" y="4236128"/>
            <a:ext cx="266700" cy="266700"/>
          </a:xfrm>
          <a:prstGeom prst="rect">
            <a:avLst/>
          </a:prstGeom>
        </p:spPr>
      </p:pic>
      <p:sp>
        <p:nvSpPr>
          <p:cNvPr id="35" name="正方形/長方形 34">
            <a:extLst>
              <a:ext uri="{FF2B5EF4-FFF2-40B4-BE49-F238E27FC236}">
                <a16:creationId xmlns:a16="http://schemas.microsoft.com/office/drawing/2014/main" id="{20A83936-420C-4C4F-9AF1-182B17EEAE6E}"/>
              </a:ext>
            </a:extLst>
          </p:cNvPr>
          <p:cNvSpPr>
            <a:spLocks noGrp="1"/>
          </p:cNvSpPr>
          <p:nvPr/>
        </p:nvSpPr>
        <p:spPr>
          <a:xfrm>
            <a:off x="9604270" y="4502828"/>
            <a:ext cx="868984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750" b="1">
                <a:solidFill>
                  <a:srgbClr val="232F3E"/>
                </a:solidFill>
              </a:defRPr>
            </a:pPr>
            <a:r>
              <a:rPr sz="750" b="1">
                <a:solidFill>
                  <a:srgbClr val="232F3E"/>
                </a:solidFill>
              </a:rPr>
              <a:t>ECR</a:t>
            </a:r>
          </a:p>
        </p:txBody>
      </p:sp>
      <p:sp>
        <p:nvSpPr>
          <p:cNvPr id="36" name="svc-Amazon S3">
            <a:extLst>
              <a:ext uri="{FF2B5EF4-FFF2-40B4-BE49-F238E27FC236}">
                <a16:creationId xmlns:a16="http://schemas.microsoft.com/office/drawing/2014/main" id="{E8FAFF2B-CA15-4D7D-BDA0-8EEB3F35D129}"/>
              </a:ext>
            </a:extLst>
          </p:cNvPr>
          <p:cNvSpPr>
            <a:spLocks noGrp="1"/>
          </p:cNvSpPr>
          <p:nvPr/>
        </p:nvSpPr>
        <p:spPr>
          <a:xfrm>
            <a:off x="9566170" y="3505243"/>
            <a:ext cx="945184" cy="628650"/>
          </a:xfrm>
          <a:prstGeom prst="roundRect">
            <a:avLst>
              <a:gd name="adj" fmla="val 12121"/>
            </a:avLst>
          </a:prstGeom>
          <a:solidFill>
            <a:srgbClr val="FFFFFF"/>
          </a:solidFill>
          <a:ln w="19050">
            <a:solidFill>
              <a:srgbClr val="7AA116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ja-JP" altLang="en-US"/>
          </a:p>
        </p:txBody>
      </p:sp>
      <p:pic>
        <p:nvPicPr>
          <p:cNvPr id="148" name="グラフィックス 147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/>
        </p:blipFill>
        <p:spPr>
          <a:xfrm>
            <a:off x="9905412" y="3562393"/>
            <a:ext cx="266700" cy="266700"/>
          </a:xfrm>
          <a:prstGeom prst="rect">
            <a:avLst/>
          </a:prstGeom>
        </p:spPr>
      </p:pic>
      <p:sp>
        <p:nvSpPr>
          <p:cNvPr id="38" name="正方形/長方形 37">
            <a:extLst>
              <a:ext uri="{FF2B5EF4-FFF2-40B4-BE49-F238E27FC236}">
                <a16:creationId xmlns:a16="http://schemas.microsoft.com/office/drawing/2014/main" id="{D9087640-6315-44D0-BF2F-9C73B3A7DAD0}"/>
              </a:ext>
            </a:extLst>
          </p:cNvPr>
          <p:cNvSpPr>
            <a:spLocks noGrp="1"/>
          </p:cNvSpPr>
          <p:nvPr/>
        </p:nvSpPr>
        <p:spPr>
          <a:xfrm>
            <a:off x="9604270" y="3829093"/>
            <a:ext cx="868984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750" b="1">
                <a:solidFill>
                  <a:srgbClr val="232F3E"/>
                </a:solidFill>
              </a:defRPr>
            </a:pPr>
            <a:r>
              <a:rPr sz="750" b="1">
                <a:solidFill>
                  <a:srgbClr val="232F3E"/>
                </a:solidFill>
              </a:rPr>
              <a:t>S3</a:t>
            </a:r>
          </a:p>
        </p:txBody>
      </p:sp>
      <p:sp>
        <p:nvSpPr>
          <p:cNvPr id="39" name="svc-Queue">
            <a:extLst>
              <a:ext uri="{FF2B5EF4-FFF2-40B4-BE49-F238E27FC236}">
                <a16:creationId xmlns:a16="http://schemas.microsoft.com/office/drawing/2014/main" id="{0B9CC78B-5704-42D7-9DEC-0D58DAA89138}"/>
              </a:ext>
            </a:extLst>
          </p:cNvPr>
          <p:cNvSpPr>
            <a:spLocks noGrp="1"/>
          </p:cNvSpPr>
          <p:nvPr/>
        </p:nvSpPr>
        <p:spPr>
          <a:xfrm>
            <a:off x="8313116" y="2741714"/>
            <a:ext cx="945184" cy="628650"/>
          </a:xfrm>
          <a:prstGeom prst="roundRect">
            <a:avLst>
              <a:gd name="adj" fmla="val 12121"/>
            </a:avLst>
          </a:prstGeom>
          <a:solidFill>
            <a:srgbClr val="FFFFFF"/>
          </a:solidFill>
          <a:ln w="19050">
            <a:solidFill>
              <a:srgbClr val="E7157B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ja-JP" altLang="en-US"/>
          </a:p>
        </p:txBody>
      </p:sp>
      <p:pic>
        <p:nvPicPr>
          <p:cNvPr id="151" name="グラフィックス 150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/>
        </p:blipFill>
        <p:spPr>
          <a:xfrm>
            <a:off x="8652358" y="2798864"/>
            <a:ext cx="266700" cy="266700"/>
          </a:xfrm>
          <a:prstGeom prst="rect">
            <a:avLst/>
          </a:prstGeom>
        </p:spPr>
      </p:pic>
      <p:sp>
        <p:nvSpPr>
          <p:cNvPr id="41" name="正方形/長方形 40">
            <a:extLst>
              <a:ext uri="{FF2B5EF4-FFF2-40B4-BE49-F238E27FC236}">
                <a16:creationId xmlns:a16="http://schemas.microsoft.com/office/drawing/2014/main" id="{AF81BAE0-C01F-49E7-B1C4-83A1535BF0C5}"/>
              </a:ext>
            </a:extLst>
          </p:cNvPr>
          <p:cNvSpPr>
            <a:spLocks noGrp="1"/>
          </p:cNvSpPr>
          <p:nvPr/>
        </p:nvSpPr>
        <p:spPr>
          <a:xfrm>
            <a:off x="8351216" y="3065564"/>
            <a:ext cx="868984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750" b="1">
                <a:solidFill>
                  <a:srgbClr val="232F3E"/>
                </a:solidFill>
              </a:defRPr>
            </a:pPr>
            <a:r>
              <a:rPr sz="750" b="1" dirty="0">
                <a:solidFill>
                  <a:srgbClr val="232F3E"/>
                </a:solidFill>
              </a:rPr>
              <a:t>Queue</a:t>
            </a:r>
          </a:p>
        </p:txBody>
      </p:sp>
      <p:sp>
        <p:nvSpPr>
          <p:cNvPr id="42" name="svc-AWS Batch">
            <a:extLst>
              <a:ext uri="{FF2B5EF4-FFF2-40B4-BE49-F238E27FC236}">
                <a16:creationId xmlns:a16="http://schemas.microsoft.com/office/drawing/2014/main" id="{36B81866-B863-4D24-9625-2E873448A2B4}"/>
              </a:ext>
            </a:extLst>
          </p:cNvPr>
          <p:cNvSpPr>
            <a:spLocks noGrp="1"/>
          </p:cNvSpPr>
          <p:nvPr/>
        </p:nvSpPr>
        <p:spPr>
          <a:xfrm>
            <a:off x="9604270" y="2747020"/>
            <a:ext cx="945184" cy="628650"/>
          </a:xfrm>
          <a:prstGeom prst="roundRect">
            <a:avLst>
              <a:gd name="adj" fmla="val 12121"/>
            </a:avLst>
          </a:prstGeom>
          <a:solidFill>
            <a:srgbClr val="FFFFFF"/>
          </a:solidFill>
          <a:ln w="19050">
            <a:solidFill>
              <a:srgbClr val="ED7100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ja-JP" altLang="en-US"/>
          </a:p>
        </p:txBody>
      </p:sp>
      <p:pic>
        <p:nvPicPr>
          <p:cNvPr id="154" name="グラフィックス 153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/>
        </p:blipFill>
        <p:spPr>
          <a:xfrm>
            <a:off x="9943512" y="2804170"/>
            <a:ext cx="266700" cy="266700"/>
          </a:xfrm>
          <a:prstGeom prst="rect">
            <a:avLst/>
          </a:prstGeom>
        </p:spPr>
      </p:pic>
      <p:sp>
        <p:nvSpPr>
          <p:cNvPr id="44" name="正方形/長方形 43">
            <a:extLst>
              <a:ext uri="{FF2B5EF4-FFF2-40B4-BE49-F238E27FC236}">
                <a16:creationId xmlns:a16="http://schemas.microsoft.com/office/drawing/2014/main" id="{6AD47D1F-F184-42EF-83AE-2D227F8179E4}"/>
              </a:ext>
            </a:extLst>
          </p:cNvPr>
          <p:cNvSpPr>
            <a:spLocks noGrp="1"/>
          </p:cNvSpPr>
          <p:nvPr/>
        </p:nvSpPr>
        <p:spPr>
          <a:xfrm>
            <a:off x="9642370" y="3070870"/>
            <a:ext cx="868984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750" b="1">
                <a:solidFill>
                  <a:srgbClr val="232F3E"/>
                </a:solidFill>
              </a:defRPr>
            </a:pPr>
            <a:r>
              <a:rPr sz="750" b="1">
                <a:solidFill>
                  <a:srgbClr val="232F3E"/>
                </a:solidFill>
              </a:rPr>
              <a:t>AWS Batch</a:t>
            </a:r>
          </a:p>
        </p:txBody>
      </p:sp>
      <p:sp>
        <p:nvSpPr>
          <p:cNvPr id="45" name="svc-AWS Step Functions">
            <a:extLst>
              <a:ext uri="{FF2B5EF4-FFF2-40B4-BE49-F238E27FC236}">
                <a16:creationId xmlns:a16="http://schemas.microsoft.com/office/drawing/2014/main" id="{98B72E68-8E2E-462F-B4F0-2BE0D03F0B89}"/>
              </a:ext>
            </a:extLst>
          </p:cNvPr>
          <p:cNvSpPr>
            <a:spLocks noGrp="1"/>
          </p:cNvSpPr>
          <p:nvPr/>
        </p:nvSpPr>
        <p:spPr>
          <a:xfrm>
            <a:off x="10825157" y="2747020"/>
            <a:ext cx="945184" cy="628650"/>
          </a:xfrm>
          <a:prstGeom prst="roundRect">
            <a:avLst>
              <a:gd name="adj" fmla="val 12121"/>
            </a:avLst>
          </a:prstGeom>
          <a:solidFill>
            <a:srgbClr val="FFFFFF"/>
          </a:solidFill>
          <a:ln w="19050">
            <a:solidFill>
              <a:srgbClr val="E7157B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ja-JP" altLang="en-US"/>
          </a:p>
        </p:txBody>
      </p:sp>
      <p:pic>
        <p:nvPicPr>
          <p:cNvPr id="157" name="グラフィックス 156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/>
        </p:blipFill>
        <p:spPr>
          <a:xfrm>
            <a:off x="11164399" y="2804170"/>
            <a:ext cx="266700" cy="266700"/>
          </a:xfrm>
          <a:prstGeom prst="rect">
            <a:avLst/>
          </a:prstGeom>
        </p:spPr>
      </p:pic>
      <p:sp>
        <p:nvSpPr>
          <p:cNvPr id="47" name="正方形/長方形 46">
            <a:extLst>
              <a:ext uri="{FF2B5EF4-FFF2-40B4-BE49-F238E27FC236}">
                <a16:creationId xmlns:a16="http://schemas.microsoft.com/office/drawing/2014/main" id="{430A251A-E3B2-403C-B00A-1DBD421A1407}"/>
              </a:ext>
            </a:extLst>
          </p:cNvPr>
          <p:cNvSpPr>
            <a:spLocks noGrp="1"/>
          </p:cNvSpPr>
          <p:nvPr/>
        </p:nvSpPr>
        <p:spPr>
          <a:xfrm>
            <a:off x="10863257" y="3070870"/>
            <a:ext cx="868984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750" b="1">
                <a:solidFill>
                  <a:srgbClr val="232F3E"/>
                </a:solidFill>
              </a:defRPr>
            </a:pPr>
            <a:r>
              <a:rPr sz="750" b="1">
                <a:solidFill>
                  <a:srgbClr val="232F3E"/>
                </a:solidFill>
              </a:rPr>
              <a:t>Step Functions</a:t>
            </a:r>
          </a:p>
        </p:txBody>
      </p:sp>
      <p:sp>
        <p:nvSpPr>
          <p:cNvPr id="48" name="svc-Amazon EventBridge Scheduler">
            <a:extLst>
              <a:ext uri="{FF2B5EF4-FFF2-40B4-BE49-F238E27FC236}">
                <a16:creationId xmlns:a16="http://schemas.microsoft.com/office/drawing/2014/main" id="{25273F25-185B-4E9B-B983-9792B3BB0A35}"/>
              </a:ext>
            </a:extLst>
          </p:cNvPr>
          <p:cNvSpPr>
            <a:spLocks noGrp="1"/>
          </p:cNvSpPr>
          <p:nvPr/>
        </p:nvSpPr>
        <p:spPr>
          <a:xfrm>
            <a:off x="10825157" y="1944704"/>
            <a:ext cx="945184" cy="637208"/>
          </a:xfrm>
          <a:prstGeom prst="roundRect">
            <a:avLst>
              <a:gd name="adj" fmla="val 12121"/>
            </a:avLst>
          </a:prstGeom>
          <a:solidFill>
            <a:srgbClr val="FFFFFF"/>
          </a:solidFill>
          <a:ln w="19050">
            <a:solidFill>
              <a:srgbClr val="E7157B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ja-JP" altLang="en-US"/>
          </a:p>
        </p:txBody>
      </p:sp>
      <p:pic>
        <p:nvPicPr>
          <p:cNvPr id="160" name="グラフィックス 159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/>
        </p:blipFill>
        <p:spPr>
          <a:xfrm>
            <a:off x="11164399" y="2010412"/>
            <a:ext cx="266700" cy="266700"/>
          </a:xfrm>
          <a:prstGeom prst="rect">
            <a:avLst/>
          </a:prstGeom>
        </p:spPr>
      </p:pic>
      <p:sp>
        <p:nvSpPr>
          <p:cNvPr id="50" name="正方形/長方形 49">
            <a:extLst>
              <a:ext uri="{FF2B5EF4-FFF2-40B4-BE49-F238E27FC236}">
                <a16:creationId xmlns:a16="http://schemas.microsoft.com/office/drawing/2014/main" id="{CA1BB15E-016C-4D32-A8BB-EC253DE42C3B}"/>
              </a:ext>
            </a:extLst>
          </p:cNvPr>
          <p:cNvSpPr>
            <a:spLocks noGrp="1"/>
          </p:cNvSpPr>
          <p:nvPr/>
        </p:nvSpPr>
        <p:spPr>
          <a:xfrm>
            <a:off x="10863257" y="2277112"/>
            <a:ext cx="868984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638" b="1">
                <a:solidFill>
                  <a:srgbClr val="232F3E"/>
                </a:solidFill>
              </a:defRPr>
            </a:pPr>
            <a:r>
              <a:rPr sz="638" b="1" dirty="0" err="1">
                <a:solidFill>
                  <a:srgbClr val="232F3E"/>
                </a:solidFill>
              </a:rPr>
              <a:t>EventBridge</a:t>
            </a:r>
            <a:endParaRPr sz="638" b="1" dirty="0">
              <a:solidFill>
                <a:srgbClr val="232F3E"/>
              </a:solidFill>
            </a:endParaRPr>
          </a:p>
          <a:p>
            <a:pPr algn="ctr">
              <a:defRPr sz="638" b="1">
                <a:solidFill>
                  <a:srgbClr val="232F3E"/>
                </a:solidFill>
              </a:defRPr>
            </a:pPr>
            <a:r>
              <a:rPr sz="638" b="1" dirty="0">
                <a:solidFill>
                  <a:srgbClr val="232F3E"/>
                </a:solidFill>
              </a:rPr>
              <a:t>Scheduler</a:t>
            </a:r>
          </a:p>
        </p:txBody>
      </p:sp>
      <p:sp>
        <p:nvSpPr>
          <p:cNvPr id="51" name="svc-AWS Lambda">
            <a:extLst>
              <a:ext uri="{FF2B5EF4-FFF2-40B4-BE49-F238E27FC236}">
                <a16:creationId xmlns:a16="http://schemas.microsoft.com/office/drawing/2014/main" id="{11C1ACCF-79A9-4CE1-8522-82F15AA5663F}"/>
              </a:ext>
            </a:extLst>
          </p:cNvPr>
          <p:cNvSpPr>
            <a:spLocks noGrp="1"/>
          </p:cNvSpPr>
          <p:nvPr/>
        </p:nvSpPr>
        <p:spPr>
          <a:xfrm>
            <a:off x="8319230" y="1953262"/>
            <a:ext cx="945184" cy="628650"/>
          </a:xfrm>
          <a:prstGeom prst="roundRect">
            <a:avLst>
              <a:gd name="adj" fmla="val 12121"/>
            </a:avLst>
          </a:prstGeom>
          <a:solidFill>
            <a:srgbClr val="FFFFFF"/>
          </a:solidFill>
          <a:ln w="19050">
            <a:solidFill>
              <a:srgbClr val="ED7100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ja-JP" altLang="en-US"/>
          </a:p>
        </p:txBody>
      </p:sp>
      <p:pic>
        <p:nvPicPr>
          <p:cNvPr id="163" name="グラフィックス 162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/>
        </p:blipFill>
        <p:spPr>
          <a:xfrm>
            <a:off x="8658472" y="2010412"/>
            <a:ext cx="266700" cy="266700"/>
          </a:xfrm>
          <a:prstGeom prst="rect">
            <a:avLst/>
          </a:prstGeom>
        </p:spPr>
      </p:pic>
      <p:sp>
        <p:nvSpPr>
          <p:cNvPr id="53" name="正方形/長方形 52">
            <a:extLst>
              <a:ext uri="{FF2B5EF4-FFF2-40B4-BE49-F238E27FC236}">
                <a16:creationId xmlns:a16="http://schemas.microsoft.com/office/drawing/2014/main" id="{A6D5A3DB-E9DC-42BB-A414-0C36CE5D4111}"/>
              </a:ext>
            </a:extLst>
          </p:cNvPr>
          <p:cNvSpPr>
            <a:spLocks noGrp="1"/>
          </p:cNvSpPr>
          <p:nvPr/>
        </p:nvSpPr>
        <p:spPr>
          <a:xfrm>
            <a:off x="8357330" y="2277112"/>
            <a:ext cx="868984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750" b="1">
                <a:solidFill>
                  <a:srgbClr val="232F3E"/>
                </a:solidFill>
              </a:defRPr>
            </a:pPr>
            <a:r>
              <a:rPr sz="750" b="1" dirty="0">
                <a:solidFill>
                  <a:srgbClr val="232F3E"/>
                </a:solidFill>
              </a:rPr>
              <a:t>AWS Lambda</a:t>
            </a:r>
          </a:p>
        </p:txBody>
      </p:sp>
      <p:sp>
        <p:nvSpPr>
          <p:cNvPr id="54" name="svc-AWS Secrets Manager">
            <a:extLst>
              <a:ext uri="{FF2B5EF4-FFF2-40B4-BE49-F238E27FC236}">
                <a16:creationId xmlns:a16="http://schemas.microsoft.com/office/drawing/2014/main" id="{640C14F0-BD1B-44B3-862B-E2BB16FDBEA1}"/>
              </a:ext>
            </a:extLst>
          </p:cNvPr>
          <p:cNvSpPr>
            <a:spLocks noGrp="1"/>
          </p:cNvSpPr>
          <p:nvPr/>
        </p:nvSpPr>
        <p:spPr>
          <a:xfrm>
            <a:off x="9560775" y="4897336"/>
            <a:ext cx="945184" cy="628650"/>
          </a:xfrm>
          <a:prstGeom prst="roundRect">
            <a:avLst>
              <a:gd name="adj" fmla="val 12121"/>
            </a:avLst>
          </a:prstGeom>
          <a:solidFill>
            <a:srgbClr val="FFFFFF"/>
          </a:solidFill>
          <a:ln w="19050">
            <a:solidFill>
              <a:srgbClr val="DD344C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ja-JP" altLang="en-US"/>
          </a:p>
        </p:txBody>
      </p:sp>
      <p:pic>
        <p:nvPicPr>
          <p:cNvPr id="166" name="グラフィックス 165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9"/>
              </a:ext>
            </a:extLst>
          </a:blip>
          <a:stretch/>
        </p:blipFill>
        <p:spPr>
          <a:xfrm>
            <a:off x="9900017" y="4954486"/>
            <a:ext cx="266700" cy="266700"/>
          </a:xfrm>
          <a:prstGeom prst="rect">
            <a:avLst/>
          </a:prstGeom>
        </p:spPr>
      </p:pic>
      <p:sp>
        <p:nvSpPr>
          <p:cNvPr id="56" name="正方形/長方形 55">
            <a:extLst>
              <a:ext uri="{FF2B5EF4-FFF2-40B4-BE49-F238E27FC236}">
                <a16:creationId xmlns:a16="http://schemas.microsoft.com/office/drawing/2014/main" id="{1BBECE43-965D-4B1C-B94C-6E80DB63A73B}"/>
              </a:ext>
            </a:extLst>
          </p:cNvPr>
          <p:cNvSpPr>
            <a:spLocks noGrp="1"/>
          </p:cNvSpPr>
          <p:nvPr/>
        </p:nvSpPr>
        <p:spPr>
          <a:xfrm>
            <a:off x="9598875" y="5221186"/>
            <a:ext cx="868984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750" b="1">
                <a:solidFill>
                  <a:srgbClr val="232F3E"/>
                </a:solidFill>
              </a:defRPr>
            </a:pPr>
            <a:r>
              <a:rPr sz="750" b="1">
                <a:solidFill>
                  <a:srgbClr val="232F3E"/>
                </a:solidFill>
              </a:rPr>
              <a:t>Secrets</a:t>
            </a:r>
          </a:p>
          <a:p>
            <a:pPr algn="ctr">
              <a:defRPr sz="750" b="1">
                <a:solidFill>
                  <a:srgbClr val="232F3E"/>
                </a:solidFill>
              </a:defRPr>
            </a:pPr>
            <a:r>
              <a:rPr sz="750" b="1">
                <a:solidFill>
                  <a:srgbClr val="232F3E"/>
                </a:solidFill>
              </a:rPr>
              <a:t>Manager</a:t>
            </a:r>
          </a:p>
        </p:txBody>
      </p:sp>
      <p:sp>
        <p:nvSpPr>
          <p:cNvPr id="57" name="svc-AWS KMS">
            <a:extLst>
              <a:ext uri="{FF2B5EF4-FFF2-40B4-BE49-F238E27FC236}">
                <a16:creationId xmlns:a16="http://schemas.microsoft.com/office/drawing/2014/main" id="{CC56482A-BA3E-4F18-A03D-6E9B093F8545}"/>
              </a:ext>
            </a:extLst>
          </p:cNvPr>
          <p:cNvSpPr>
            <a:spLocks noGrp="1"/>
          </p:cNvSpPr>
          <p:nvPr/>
        </p:nvSpPr>
        <p:spPr>
          <a:xfrm>
            <a:off x="10825157" y="4895461"/>
            <a:ext cx="945184" cy="628650"/>
          </a:xfrm>
          <a:prstGeom prst="roundRect">
            <a:avLst>
              <a:gd name="adj" fmla="val 12121"/>
            </a:avLst>
          </a:prstGeom>
          <a:solidFill>
            <a:srgbClr val="FFFFFF"/>
          </a:solidFill>
          <a:ln w="19050">
            <a:solidFill>
              <a:srgbClr val="DD344C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ja-JP" altLang="en-US"/>
          </a:p>
        </p:txBody>
      </p:sp>
      <p:pic>
        <p:nvPicPr>
          <p:cNvPr id="169" name="グラフィックス 168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0"/>
              </a:ext>
            </a:extLst>
          </a:blip>
          <a:stretch/>
        </p:blipFill>
        <p:spPr>
          <a:xfrm>
            <a:off x="11164399" y="4952611"/>
            <a:ext cx="266700" cy="266700"/>
          </a:xfrm>
          <a:prstGeom prst="rect">
            <a:avLst/>
          </a:prstGeom>
        </p:spPr>
      </p:pic>
      <p:sp>
        <p:nvSpPr>
          <p:cNvPr id="59" name="正方形/長方形 58">
            <a:extLst>
              <a:ext uri="{FF2B5EF4-FFF2-40B4-BE49-F238E27FC236}">
                <a16:creationId xmlns:a16="http://schemas.microsoft.com/office/drawing/2014/main" id="{4AA209EA-2F82-4EB1-A9BE-E3E4F49C4809}"/>
              </a:ext>
            </a:extLst>
          </p:cNvPr>
          <p:cNvSpPr>
            <a:spLocks noGrp="1"/>
          </p:cNvSpPr>
          <p:nvPr/>
        </p:nvSpPr>
        <p:spPr>
          <a:xfrm>
            <a:off x="10863257" y="5219311"/>
            <a:ext cx="868984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750" b="1">
                <a:solidFill>
                  <a:srgbClr val="232F3E"/>
                </a:solidFill>
              </a:defRPr>
            </a:pPr>
            <a:r>
              <a:rPr sz="750" b="1">
                <a:solidFill>
                  <a:srgbClr val="232F3E"/>
                </a:solidFill>
              </a:rPr>
              <a:t>AWS KMS</a:t>
            </a:r>
          </a:p>
        </p:txBody>
      </p:sp>
      <p:sp>
        <p:nvSpPr>
          <p:cNvPr id="60" name="svc-Amazon CloudWatch">
            <a:extLst>
              <a:ext uri="{FF2B5EF4-FFF2-40B4-BE49-F238E27FC236}">
                <a16:creationId xmlns:a16="http://schemas.microsoft.com/office/drawing/2014/main" id="{0065777E-E3F0-4F00-86B0-22E6B30EC9B5}"/>
              </a:ext>
            </a:extLst>
          </p:cNvPr>
          <p:cNvSpPr>
            <a:spLocks noGrp="1"/>
          </p:cNvSpPr>
          <p:nvPr/>
        </p:nvSpPr>
        <p:spPr>
          <a:xfrm>
            <a:off x="9560775" y="5607653"/>
            <a:ext cx="945184" cy="628650"/>
          </a:xfrm>
          <a:prstGeom prst="roundRect">
            <a:avLst>
              <a:gd name="adj" fmla="val 12121"/>
            </a:avLst>
          </a:prstGeom>
          <a:solidFill>
            <a:srgbClr val="FFFFFF"/>
          </a:solidFill>
          <a:ln w="19050">
            <a:solidFill>
              <a:srgbClr val="E7157B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ja-JP" altLang="en-US"/>
          </a:p>
        </p:txBody>
      </p:sp>
      <p:pic>
        <p:nvPicPr>
          <p:cNvPr id="172" name="グラフィックス 171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1"/>
              </a:ext>
            </a:extLst>
          </a:blip>
          <a:stretch/>
        </p:blipFill>
        <p:spPr>
          <a:xfrm>
            <a:off x="9900017" y="5664803"/>
            <a:ext cx="266700" cy="266700"/>
          </a:xfrm>
          <a:prstGeom prst="rect">
            <a:avLst/>
          </a:prstGeom>
        </p:spPr>
      </p:pic>
      <p:sp>
        <p:nvSpPr>
          <p:cNvPr id="62" name="正方形/長方形 61">
            <a:extLst>
              <a:ext uri="{FF2B5EF4-FFF2-40B4-BE49-F238E27FC236}">
                <a16:creationId xmlns:a16="http://schemas.microsoft.com/office/drawing/2014/main" id="{8ECD3C99-79AD-4A9F-9BC3-25D5FBBFC7B8}"/>
              </a:ext>
            </a:extLst>
          </p:cNvPr>
          <p:cNvSpPr>
            <a:spLocks noGrp="1"/>
          </p:cNvSpPr>
          <p:nvPr/>
        </p:nvSpPr>
        <p:spPr>
          <a:xfrm>
            <a:off x="9598875" y="5931503"/>
            <a:ext cx="868984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750" b="1">
                <a:solidFill>
                  <a:srgbClr val="232F3E"/>
                </a:solidFill>
              </a:defRPr>
            </a:pPr>
            <a:r>
              <a:rPr sz="750" b="1">
                <a:solidFill>
                  <a:srgbClr val="232F3E"/>
                </a:solidFill>
              </a:rPr>
              <a:t>CloudWatch</a:t>
            </a:r>
          </a:p>
        </p:txBody>
      </p:sp>
      <p:sp>
        <p:nvSpPr>
          <p:cNvPr id="63" name="svc-AWS Systems Manager">
            <a:extLst>
              <a:ext uri="{FF2B5EF4-FFF2-40B4-BE49-F238E27FC236}">
                <a16:creationId xmlns:a16="http://schemas.microsoft.com/office/drawing/2014/main" id="{7F0D47C2-3C4E-4425-83B3-59AC50D383F7}"/>
              </a:ext>
            </a:extLst>
          </p:cNvPr>
          <p:cNvSpPr>
            <a:spLocks noGrp="1"/>
          </p:cNvSpPr>
          <p:nvPr/>
        </p:nvSpPr>
        <p:spPr>
          <a:xfrm>
            <a:off x="10825157" y="5605778"/>
            <a:ext cx="945184" cy="628650"/>
          </a:xfrm>
          <a:prstGeom prst="roundRect">
            <a:avLst>
              <a:gd name="adj" fmla="val 12121"/>
            </a:avLst>
          </a:prstGeom>
          <a:solidFill>
            <a:srgbClr val="FFFFFF"/>
          </a:solidFill>
          <a:ln w="19050">
            <a:solidFill>
              <a:srgbClr val="E7157B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ja-JP" altLang="en-US"/>
          </a:p>
        </p:txBody>
      </p:sp>
      <p:pic>
        <p:nvPicPr>
          <p:cNvPr id="175" name="グラフィックス 174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2"/>
              </a:ext>
            </a:extLst>
          </a:blip>
          <a:stretch/>
        </p:blipFill>
        <p:spPr>
          <a:xfrm>
            <a:off x="11164399" y="5662928"/>
            <a:ext cx="266700" cy="266700"/>
          </a:xfrm>
          <a:prstGeom prst="rect">
            <a:avLst/>
          </a:prstGeom>
        </p:spPr>
      </p:pic>
      <p:sp>
        <p:nvSpPr>
          <p:cNvPr id="65" name="正方形/長方形 64">
            <a:extLst>
              <a:ext uri="{FF2B5EF4-FFF2-40B4-BE49-F238E27FC236}">
                <a16:creationId xmlns:a16="http://schemas.microsoft.com/office/drawing/2014/main" id="{EACBCA66-392C-44A5-91F6-491380A9CBAD}"/>
              </a:ext>
            </a:extLst>
          </p:cNvPr>
          <p:cNvSpPr>
            <a:spLocks noGrp="1"/>
          </p:cNvSpPr>
          <p:nvPr/>
        </p:nvSpPr>
        <p:spPr>
          <a:xfrm>
            <a:off x="10863257" y="5929628"/>
            <a:ext cx="868984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750" b="1">
                <a:solidFill>
                  <a:srgbClr val="232F3E"/>
                </a:solidFill>
              </a:defRPr>
            </a:pPr>
            <a:r>
              <a:rPr sz="750" b="1">
                <a:solidFill>
                  <a:srgbClr val="232F3E"/>
                </a:solidFill>
              </a:rPr>
              <a:t>Systems</a:t>
            </a:r>
          </a:p>
          <a:p>
            <a:pPr algn="ctr">
              <a:defRPr sz="750" b="1">
                <a:solidFill>
                  <a:srgbClr val="232F3E"/>
                </a:solidFill>
              </a:defRPr>
            </a:pPr>
            <a:r>
              <a:rPr sz="750" b="1">
                <a:solidFill>
                  <a:srgbClr val="232F3E"/>
                </a:solidFill>
              </a:rPr>
              <a:t>Manager</a:t>
            </a:r>
          </a:p>
        </p:txBody>
      </p:sp>
      <p:sp>
        <p:nvSpPr>
          <p:cNvPr id="66" name="svc-AWS Transit Gateway">
            <a:extLst>
              <a:ext uri="{FF2B5EF4-FFF2-40B4-BE49-F238E27FC236}">
                <a16:creationId xmlns:a16="http://schemas.microsoft.com/office/drawing/2014/main" id="{0B3562A0-370F-4B73-85A5-1B72D1162B84}"/>
              </a:ext>
            </a:extLst>
          </p:cNvPr>
          <p:cNvSpPr>
            <a:spLocks noGrp="1"/>
          </p:cNvSpPr>
          <p:nvPr/>
        </p:nvSpPr>
        <p:spPr>
          <a:xfrm>
            <a:off x="3013708" y="4067946"/>
            <a:ext cx="945184" cy="628650"/>
          </a:xfrm>
          <a:prstGeom prst="roundRect">
            <a:avLst>
              <a:gd name="adj" fmla="val 12121"/>
            </a:avLst>
          </a:prstGeom>
          <a:solidFill>
            <a:srgbClr val="FFFFFF"/>
          </a:solidFill>
          <a:ln w="19050">
            <a:solidFill>
              <a:srgbClr val="8C4FFF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ja-JP" altLang="en-US"/>
          </a:p>
        </p:txBody>
      </p:sp>
      <p:pic>
        <p:nvPicPr>
          <p:cNvPr id="178" name="グラフィックス 177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3"/>
              </a:ext>
            </a:extLst>
          </a:blip>
          <a:stretch/>
        </p:blipFill>
        <p:spPr>
          <a:xfrm>
            <a:off x="3352950" y="4125096"/>
            <a:ext cx="266700" cy="266700"/>
          </a:xfrm>
          <a:prstGeom prst="rect">
            <a:avLst/>
          </a:prstGeom>
        </p:spPr>
      </p:pic>
      <p:sp>
        <p:nvSpPr>
          <p:cNvPr id="68" name="正方形/長方形 67">
            <a:extLst>
              <a:ext uri="{FF2B5EF4-FFF2-40B4-BE49-F238E27FC236}">
                <a16:creationId xmlns:a16="http://schemas.microsoft.com/office/drawing/2014/main" id="{434C8A10-7E57-42AC-852B-705E08E1A313}"/>
              </a:ext>
            </a:extLst>
          </p:cNvPr>
          <p:cNvSpPr>
            <a:spLocks noGrp="1"/>
          </p:cNvSpPr>
          <p:nvPr/>
        </p:nvSpPr>
        <p:spPr>
          <a:xfrm>
            <a:off x="3051808" y="4391796"/>
            <a:ext cx="868984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750" b="1">
                <a:solidFill>
                  <a:srgbClr val="232F3E"/>
                </a:solidFill>
              </a:defRPr>
            </a:pPr>
            <a:r>
              <a:rPr sz="750" b="1" dirty="0">
                <a:solidFill>
                  <a:srgbClr val="232F3E"/>
                </a:solidFill>
              </a:rPr>
              <a:t>Transit</a:t>
            </a:r>
          </a:p>
          <a:p>
            <a:pPr algn="ctr">
              <a:defRPr sz="750" b="1">
                <a:solidFill>
                  <a:srgbClr val="232F3E"/>
                </a:solidFill>
              </a:defRPr>
            </a:pPr>
            <a:r>
              <a:rPr sz="750" b="1" dirty="0">
                <a:solidFill>
                  <a:srgbClr val="232F3E"/>
                </a:solidFill>
              </a:rPr>
              <a:t>Gateway</a:t>
            </a:r>
          </a:p>
        </p:txBody>
      </p:sp>
      <p:sp>
        <p:nvSpPr>
          <p:cNvPr id="69" name="svc-AWS Direct Connect">
            <a:extLst>
              <a:ext uri="{FF2B5EF4-FFF2-40B4-BE49-F238E27FC236}">
                <a16:creationId xmlns:a16="http://schemas.microsoft.com/office/drawing/2014/main" id="{80C57706-714C-4B01-A346-032CCC9617C8}"/>
              </a:ext>
            </a:extLst>
          </p:cNvPr>
          <p:cNvSpPr>
            <a:spLocks noGrp="1"/>
          </p:cNvSpPr>
          <p:nvPr/>
        </p:nvSpPr>
        <p:spPr>
          <a:xfrm>
            <a:off x="1577680" y="4067946"/>
            <a:ext cx="945184" cy="628650"/>
          </a:xfrm>
          <a:prstGeom prst="roundRect">
            <a:avLst>
              <a:gd name="adj" fmla="val 12121"/>
            </a:avLst>
          </a:prstGeom>
          <a:solidFill>
            <a:srgbClr val="FFFFFF"/>
          </a:solidFill>
          <a:ln w="19050">
            <a:solidFill>
              <a:srgbClr val="8C4FFF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ja-JP" altLang="en-US"/>
          </a:p>
        </p:txBody>
      </p:sp>
      <p:pic>
        <p:nvPicPr>
          <p:cNvPr id="181" name="グラフィックス 180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4"/>
              </a:ext>
            </a:extLst>
          </a:blip>
          <a:stretch/>
        </p:blipFill>
        <p:spPr>
          <a:xfrm>
            <a:off x="1916922" y="4125096"/>
            <a:ext cx="266700" cy="266700"/>
          </a:xfrm>
          <a:prstGeom prst="rect">
            <a:avLst/>
          </a:prstGeom>
        </p:spPr>
      </p:pic>
      <p:sp>
        <p:nvSpPr>
          <p:cNvPr id="71" name="正方形/長方形 70">
            <a:extLst>
              <a:ext uri="{FF2B5EF4-FFF2-40B4-BE49-F238E27FC236}">
                <a16:creationId xmlns:a16="http://schemas.microsoft.com/office/drawing/2014/main" id="{C16B7540-ACC9-4C8B-96F3-05AC09AE4801}"/>
              </a:ext>
            </a:extLst>
          </p:cNvPr>
          <p:cNvSpPr>
            <a:spLocks noGrp="1"/>
          </p:cNvSpPr>
          <p:nvPr/>
        </p:nvSpPr>
        <p:spPr>
          <a:xfrm>
            <a:off x="1615780" y="4391796"/>
            <a:ext cx="868984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750" b="1">
                <a:solidFill>
                  <a:srgbClr val="232F3E"/>
                </a:solidFill>
              </a:defRPr>
            </a:pPr>
            <a:r>
              <a:rPr sz="750" b="1" dirty="0">
                <a:solidFill>
                  <a:srgbClr val="232F3E"/>
                </a:solidFill>
              </a:rPr>
              <a:t>Direct</a:t>
            </a:r>
          </a:p>
          <a:p>
            <a:pPr algn="ctr">
              <a:defRPr sz="750" b="1">
                <a:solidFill>
                  <a:srgbClr val="232F3E"/>
                </a:solidFill>
              </a:defRPr>
            </a:pPr>
            <a:r>
              <a:rPr sz="750" b="1" dirty="0">
                <a:solidFill>
                  <a:srgbClr val="232F3E"/>
                </a:solidFill>
              </a:rPr>
              <a:t>Connect</a:t>
            </a:r>
          </a:p>
        </p:txBody>
      </p:sp>
      <p:sp>
        <p:nvSpPr>
          <p:cNvPr id="72" name="svc-AWS Site-to-Site VPN">
            <a:extLst>
              <a:ext uri="{FF2B5EF4-FFF2-40B4-BE49-F238E27FC236}">
                <a16:creationId xmlns:a16="http://schemas.microsoft.com/office/drawing/2014/main" id="{BA6E323F-7ECA-4DDA-BF99-53C9648486FE}"/>
              </a:ext>
            </a:extLst>
          </p:cNvPr>
          <p:cNvSpPr>
            <a:spLocks noGrp="1"/>
          </p:cNvSpPr>
          <p:nvPr/>
        </p:nvSpPr>
        <p:spPr>
          <a:xfrm>
            <a:off x="1577680" y="4884810"/>
            <a:ext cx="945184" cy="628650"/>
          </a:xfrm>
          <a:prstGeom prst="roundRect">
            <a:avLst>
              <a:gd name="adj" fmla="val 12121"/>
            </a:avLst>
          </a:prstGeom>
          <a:solidFill>
            <a:srgbClr val="FFFFFF"/>
          </a:solidFill>
          <a:ln w="19050">
            <a:solidFill>
              <a:srgbClr val="8C4FFF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ja-JP" altLang="en-US"/>
          </a:p>
        </p:txBody>
      </p:sp>
      <p:pic>
        <p:nvPicPr>
          <p:cNvPr id="184" name="グラフィックス 183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5"/>
              </a:ext>
            </a:extLst>
          </a:blip>
          <a:stretch/>
        </p:blipFill>
        <p:spPr>
          <a:xfrm>
            <a:off x="1916922" y="4941960"/>
            <a:ext cx="266700" cy="266700"/>
          </a:xfrm>
          <a:prstGeom prst="rect">
            <a:avLst/>
          </a:prstGeom>
        </p:spPr>
      </p:pic>
      <p:sp>
        <p:nvSpPr>
          <p:cNvPr id="74" name="正方形/長方形 73">
            <a:extLst>
              <a:ext uri="{FF2B5EF4-FFF2-40B4-BE49-F238E27FC236}">
                <a16:creationId xmlns:a16="http://schemas.microsoft.com/office/drawing/2014/main" id="{983E6145-2AF7-4315-9ECC-8DBF192DA32C}"/>
              </a:ext>
            </a:extLst>
          </p:cNvPr>
          <p:cNvSpPr>
            <a:spLocks noGrp="1"/>
          </p:cNvSpPr>
          <p:nvPr/>
        </p:nvSpPr>
        <p:spPr>
          <a:xfrm>
            <a:off x="1615780" y="5208660"/>
            <a:ext cx="868984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750" b="1">
                <a:solidFill>
                  <a:srgbClr val="232F3E"/>
                </a:solidFill>
              </a:defRPr>
            </a:pPr>
            <a:r>
              <a:rPr sz="750" b="1">
                <a:solidFill>
                  <a:srgbClr val="232F3E"/>
                </a:solidFill>
              </a:rPr>
              <a:t>Site-to-Site</a:t>
            </a:r>
          </a:p>
          <a:p>
            <a:pPr algn="ctr">
              <a:defRPr sz="750" b="1">
                <a:solidFill>
                  <a:srgbClr val="232F3E"/>
                </a:solidFill>
              </a:defRPr>
            </a:pPr>
            <a:r>
              <a:rPr sz="750" b="1">
                <a:solidFill>
                  <a:srgbClr val="232F3E"/>
                </a:solidFill>
              </a:rPr>
              <a:t>VPN</a:t>
            </a:r>
          </a:p>
        </p:txBody>
      </p:sp>
      <p:sp>
        <p:nvSpPr>
          <p:cNvPr id="75" name="svc-Application Load Balancer">
            <a:extLst>
              <a:ext uri="{FF2B5EF4-FFF2-40B4-BE49-F238E27FC236}">
                <a16:creationId xmlns:a16="http://schemas.microsoft.com/office/drawing/2014/main" id="{3B42F384-8B65-4E90-ABB6-FF70058978D8}"/>
              </a:ext>
            </a:extLst>
          </p:cNvPr>
          <p:cNvSpPr>
            <a:spLocks noGrp="1"/>
          </p:cNvSpPr>
          <p:nvPr/>
        </p:nvSpPr>
        <p:spPr>
          <a:xfrm>
            <a:off x="4123784" y="3122384"/>
            <a:ext cx="945184" cy="628650"/>
          </a:xfrm>
          <a:prstGeom prst="roundRect">
            <a:avLst>
              <a:gd name="adj" fmla="val 12121"/>
            </a:avLst>
          </a:prstGeom>
          <a:solidFill>
            <a:srgbClr val="FFFFFF"/>
          </a:solidFill>
          <a:ln w="19050">
            <a:solidFill>
              <a:srgbClr val="8C4FFF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ja-JP" altLang="en-US"/>
          </a:p>
        </p:txBody>
      </p:sp>
      <p:pic>
        <p:nvPicPr>
          <p:cNvPr id="187" name="グラフィックス 186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6"/>
              </a:ext>
            </a:extLst>
          </a:blip>
          <a:stretch/>
        </p:blipFill>
        <p:spPr>
          <a:xfrm>
            <a:off x="4463025" y="3198584"/>
            <a:ext cx="266700" cy="266700"/>
          </a:xfrm>
          <a:prstGeom prst="rect">
            <a:avLst/>
          </a:prstGeom>
        </p:spPr>
      </p:pic>
      <p:sp>
        <p:nvSpPr>
          <p:cNvPr id="77" name="正方形/長方形 76">
            <a:extLst>
              <a:ext uri="{FF2B5EF4-FFF2-40B4-BE49-F238E27FC236}">
                <a16:creationId xmlns:a16="http://schemas.microsoft.com/office/drawing/2014/main" id="{64D89C4E-4FB2-4333-B3A1-D6490233C1FF}"/>
              </a:ext>
            </a:extLst>
          </p:cNvPr>
          <p:cNvSpPr>
            <a:spLocks noGrp="1"/>
          </p:cNvSpPr>
          <p:nvPr/>
        </p:nvSpPr>
        <p:spPr>
          <a:xfrm>
            <a:off x="4161884" y="3465284"/>
            <a:ext cx="868984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750" b="1">
                <a:solidFill>
                  <a:srgbClr val="232F3E"/>
                </a:solidFill>
              </a:defRPr>
            </a:pPr>
            <a:r>
              <a:rPr sz="750" b="1">
                <a:solidFill>
                  <a:srgbClr val="232F3E"/>
                </a:solidFill>
              </a:rPr>
              <a:t>ALB</a:t>
            </a:r>
          </a:p>
        </p:txBody>
      </p:sp>
      <p:sp>
        <p:nvSpPr>
          <p:cNvPr id="78" name="svc-AWS WAF">
            <a:extLst>
              <a:ext uri="{FF2B5EF4-FFF2-40B4-BE49-F238E27FC236}">
                <a16:creationId xmlns:a16="http://schemas.microsoft.com/office/drawing/2014/main" id="{FC34B364-87C3-4989-9701-BC60F5714359}"/>
              </a:ext>
            </a:extLst>
          </p:cNvPr>
          <p:cNvSpPr>
            <a:spLocks noGrp="1"/>
          </p:cNvSpPr>
          <p:nvPr/>
        </p:nvSpPr>
        <p:spPr>
          <a:xfrm>
            <a:off x="2431787" y="3270157"/>
            <a:ext cx="945184" cy="628650"/>
          </a:xfrm>
          <a:prstGeom prst="roundRect">
            <a:avLst>
              <a:gd name="adj" fmla="val 12121"/>
            </a:avLst>
          </a:prstGeom>
          <a:solidFill>
            <a:srgbClr val="FFFFFF"/>
          </a:solidFill>
          <a:ln w="19050">
            <a:solidFill>
              <a:srgbClr val="DD344C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ja-JP" altLang="en-US"/>
          </a:p>
        </p:txBody>
      </p:sp>
      <p:pic>
        <p:nvPicPr>
          <p:cNvPr id="190" name="グラフィックス 189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7"/>
              </a:ext>
            </a:extLst>
          </a:blip>
          <a:stretch/>
        </p:blipFill>
        <p:spPr>
          <a:xfrm>
            <a:off x="2771029" y="3327307"/>
            <a:ext cx="266700" cy="266700"/>
          </a:xfrm>
          <a:prstGeom prst="rect">
            <a:avLst/>
          </a:prstGeom>
        </p:spPr>
      </p:pic>
      <p:sp>
        <p:nvSpPr>
          <p:cNvPr id="80" name="正方形/長方形 79">
            <a:extLst>
              <a:ext uri="{FF2B5EF4-FFF2-40B4-BE49-F238E27FC236}">
                <a16:creationId xmlns:a16="http://schemas.microsoft.com/office/drawing/2014/main" id="{01D60F5C-DD98-4C05-BC77-EC67D70AADBB}"/>
              </a:ext>
            </a:extLst>
          </p:cNvPr>
          <p:cNvSpPr>
            <a:spLocks noGrp="1"/>
          </p:cNvSpPr>
          <p:nvPr/>
        </p:nvSpPr>
        <p:spPr>
          <a:xfrm>
            <a:off x="2469887" y="3594007"/>
            <a:ext cx="868984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750" b="1">
                <a:solidFill>
                  <a:srgbClr val="232F3E"/>
                </a:solidFill>
              </a:defRPr>
            </a:pPr>
            <a:r>
              <a:rPr sz="750" b="1" dirty="0">
                <a:solidFill>
                  <a:srgbClr val="232F3E"/>
                </a:solidFill>
              </a:rPr>
              <a:t>AWS WAF</a:t>
            </a:r>
          </a:p>
        </p:txBody>
      </p:sp>
      <p:sp>
        <p:nvSpPr>
          <p:cNvPr id="81" name="svc-Amazon Route 53">
            <a:extLst>
              <a:ext uri="{FF2B5EF4-FFF2-40B4-BE49-F238E27FC236}">
                <a16:creationId xmlns:a16="http://schemas.microsoft.com/office/drawing/2014/main" id="{82C8B57F-1D46-4206-99B3-C178736B7A5D}"/>
              </a:ext>
            </a:extLst>
          </p:cNvPr>
          <p:cNvSpPr>
            <a:spLocks noGrp="1"/>
          </p:cNvSpPr>
          <p:nvPr/>
        </p:nvSpPr>
        <p:spPr>
          <a:xfrm>
            <a:off x="2429245" y="2438715"/>
            <a:ext cx="945184" cy="628650"/>
          </a:xfrm>
          <a:prstGeom prst="roundRect">
            <a:avLst>
              <a:gd name="adj" fmla="val 12121"/>
            </a:avLst>
          </a:prstGeom>
          <a:solidFill>
            <a:srgbClr val="FFFFFF"/>
          </a:solidFill>
          <a:ln w="19050">
            <a:solidFill>
              <a:srgbClr val="8C4FFF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ja-JP" altLang="en-US"/>
          </a:p>
        </p:txBody>
      </p:sp>
      <p:pic>
        <p:nvPicPr>
          <p:cNvPr id="193" name="グラフィックス 192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8"/>
              </a:ext>
            </a:extLst>
          </a:blip>
          <a:stretch/>
        </p:blipFill>
        <p:spPr>
          <a:xfrm>
            <a:off x="2768487" y="2495865"/>
            <a:ext cx="266700" cy="266700"/>
          </a:xfrm>
          <a:prstGeom prst="rect">
            <a:avLst/>
          </a:prstGeom>
        </p:spPr>
      </p:pic>
      <p:sp>
        <p:nvSpPr>
          <p:cNvPr id="83" name="正方形/長方形 82">
            <a:extLst>
              <a:ext uri="{FF2B5EF4-FFF2-40B4-BE49-F238E27FC236}">
                <a16:creationId xmlns:a16="http://schemas.microsoft.com/office/drawing/2014/main" id="{6B98C08D-4717-4304-9C21-42175449C8F3}"/>
              </a:ext>
            </a:extLst>
          </p:cNvPr>
          <p:cNvSpPr>
            <a:spLocks noGrp="1"/>
          </p:cNvSpPr>
          <p:nvPr/>
        </p:nvSpPr>
        <p:spPr>
          <a:xfrm>
            <a:off x="2467345" y="2762565"/>
            <a:ext cx="868984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750" b="1">
                <a:solidFill>
                  <a:srgbClr val="232F3E"/>
                </a:solidFill>
              </a:defRPr>
            </a:pPr>
            <a:r>
              <a:rPr sz="750" b="1">
                <a:solidFill>
                  <a:srgbClr val="232F3E"/>
                </a:solidFill>
              </a:rPr>
              <a:t>Route 53</a:t>
            </a:r>
          </a:p>
        </p:txBody>
      </p:sp>
      <p:sp>
        <p:nvSpPr>
          <p:cNvPr id="84" name="svc-Servers">
            <a:extLst>
              <a:ext uri="{FF2B5EF4-FFF2-40B4-BE49-F238E27FC236}">
                <a16:creationId xmlns:a16="http://schemas.microsoft.com/office/drawing/2014/main" id="{65F5B6F3-1BDA-4EB0-8C16-5D5B07CE5245}"/>
              </a:ext>
            </a:extLst>
          </p:cNvPr>
          <p:cNvSpPr>
            <a:spLocks noGrp="1"/>
          </p:cNvSpPr>
          <p:nvPr/>
        </p:nvSpPr>
        <p:spPr>
          <a:xfrm>
            <a:off x="249155" y="3663494"/>
            <a:ext cx="945184" cy="628650"/>
          </a:xfrm>
          <a:prstGeom prst="roundRect">
            <a:avLst>
              <a:gd name="adj" fmla="val 12121"/>
            </a:avLst>
          </a:prstGeom>
          <a:solidFill>
            <a:srgbClr val="FFFFFF"/>
          </a:solidFill>
          <a:ln w="19050">
            <a:solidFill>
              <a:srgbClr val="232F3D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ja-JP" altLang="en-US"/>
          </a:p>
        </p:txBody>
      </p:sp>
      <p:pic>
        <p:nvPicPr>
          <p:cNvPr id="196" name="グラフィックス 195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9"/>
              </a:ext>
            </a:extLst>
          </a:blip>
          <a:stretch/>
        </p:blipFill>
        <p:spPr>
          <a:xfrm>
            <a:off x="636198" y="3584813"/>
            <a:ext cx="266700" cy="266700"/>
          </a:xfrm>
          <a:prstGeom prst="rect">
            <a:avLst/>
          </a:prstGeom>
        </p:spPr>
      </p:pic>
      <p:sp>
        <p:nvSpPr>
          <p:cNvPr id="86" name="正方形/長方形 85">
            <a:extLst>
              <a:ext uri="{FF2B5EF4-FFF2-40B4-BE49-F238E27FC236}">
                <a16:creationId xmlns:a16="http://schemas.microsoft.com/office/drawing/2014/main" id="{6C1A21A9-29A7-4A78-BEFD-9FCAE5C6852C}"/>
              </a:ext>
            </a:extLst>
          </p:cNvPr>
          <p:cNvSpPr>
            <a:spLocks noGrp="1"/>
          </p:cNvSpPr>
          <p:nvPr/>
        </p:nvSpPr>
        <p:spPr>
          <a:xfrm>
            <a:off x="287255" y="3987344"/>
            <a:ext cx="868984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750" b="1">
                <a:solidFill>
                  <a:srgbClr val="232F3E"/>
                </a:solidFill>
              </a:defRPr>
            </a:pPr>
            <a:r>
              <a:rPr sz="750" b="1" dirty="0">
                <a:solidFill>
                  <a:srgbClr val="232F3E"/>
                </a:solidFill>
              </a:rPr>
              <a:t>Servers</a:t>
            </a:r>
          </a:p>
        </p:txBody>
      </p:sp>
      <p:sp>
        <p:nvSpPr>
          <p:cNvPr id="87" name="svc-Client">
            <a:extLst>
              <a:ext uri="{FF2B5EF4-FFF2-40B4-BE49-F238E27FC236}">
                <a16:creationId xmlns:a16="http://schemas.microsoft.com/office/drawing/2014/main" id="{F2E462BE-FA68-469F-80A3-E6069C42FE63}"/>
              </a:ext>
            </a:extLst>
          </p:cNvPr>
          <p:cNvSpPr>
            <a:spLocks noGrp="1"/>
          </p:cNvSpPr>
          <p:nvPr/>
        </p:nvSpPr>
        <p:spPr>
          <a:xfrm>
            <a:off x="259844" y="2958151"/>
            <a:ext cx="945184" cy="628650"/>
          </a:xfrm>
          <a:prstGeom prst="roundRect">
            <a:avLst>
              <a:gd name="adj" fmla="val 12121"/>
            </a:avLst>
          </a:prstGeom>
          <a:solidFill>
            <a:srgbClr val="FFFFFF"/>
          </a:solidFill>
          <a:ln w="19050">
            <a:solidFill>
              <a:srgbClr val="232F3D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ja-JP" altLang="en-US"/>
          </a:p>
        </p:txBody>
      </p:sp>
      <p:pic>
        <p:nvPicPr>
          <p:cNvPr id="199" name="グラフィックス 198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0"/>
              </a:ext>
            </a:extLst>
          </a:blip>
          <a:stretch/>
        </p:blipFill>
        <p:spPr>
          <a:xfrm>
            <a:off x="678131" y="2932210"/>
            <a:ext cx="266700" cy="266700"/>
          </a:xfrm>
          <a:prstGeom prst="rect">
            <a:avLst/>
          </a:prstGeom>
        </p:spPr>
      </p:pic>
      <p:sp>
        <p:nvSpPr>
          <p:cNvPr id="89" name="正方形/長方形 88">
            <a:extLst>
              <a:ext uri="{FF2B5EF4-FFF2-40B4-BE49-F238E27FC236}">
                <a16:creationId xmlns:a16="http://schemas.microsoft.com/office/drawing/2014/main" id="{18E02418-FDF4-4F42-B3D2-02B1766851F4}"/>
              </a:ext>
            </a:extLst>
          </p:cNvPr>
          <p:cNvSpPr>
            <a:spLocks noGrp="1"/>
          </p:cNvSpPr>
          <p:nvPr/>
        </p:nvSpPr>
        <p:spPr>
          <a:xfrm>
            <a:off x="297944" y="3282001"/>
            <a:ext cx="868984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750" b="1">
                <a:solidFill>
                  <a:srgbClr val="232F3E"/>
                </a:solidFill>
              </a:defRPr>
            </a:pPr>
            <a:r>
              <a:rPr sz="750" b="1">
                <a:solidFill>
                  <a:srgbClr val="232F3E"/>
                </a:solidFill>
              </a:rPr>
              <a:t>Client</a:t>
            </a:r>
          </a:p>
        </p:txBody>
      </p:sp>
      <p:cxnSp>
        <p:nvCxnSpPr>
          <p:cNvPr id="217" name="直線矢印コネクタ 216"/>
          <p:cNvCxnSpPr>
            <a:stCxn id="72" idx="0"/>
            <a:endCxn id="69" idx="2"/>
          </p:cNvCxnSpPr>
          <p:nvPr/>
        </p:nvCxnSpPr>
        <p:spPr>
          <a:xfrm flipV="1">
            <a:off x="2050272" y="4696596"/>
            <a:ext cx="0" cy="188214"/>
          </a:xfrm>
          <a:prstGeom prst="straightConnector1">
            <a:avLst/>
          </a:prstGeom>
          <a:ln w="14288">
            <a:solidFill>
              <a:srgbClr val="232F3E"/>
            </a:solidFill>
            <a:prstDash val="solid"/>
            <a:headEnd type="triangle" w="sm" len="sm"/>
          </a:ln>
        </p:spPr>
      </p:cxnSp>
      <p:sp>
        <p:nvSpPr>
          <p:cNvPr id="111" name="正方形/長方形 110">
            <a:extLst>
              <a:ext uri="{FF2B5EF4-FFF2-40B4-BE49-F238E27FC236}">
                <a16:creationId xmlns:a16="http://schemas.microsoft.com/office/drawing/2014/main" id="{453D25E8-1C2D-4E9A-95BA-3793A53E1FAF}"/>
              </a:ext>
            </a:extLst>
          </p:cNvPr>
          <p:cNvSpPr>
            <a:spLocks noGrp="1"/>
          </p:cNvSpPr>
          <p:nvPr/>
        </p:nvSpPr>
        <p:spPr>
          <a:xfrm>
            <a:off x="438150" y="6515100"/>
            <a:ext cx="10668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0">
                <a:solidFill>
                  <a:srgbClr val="6B7280"/>
                </a:solidFill>
              </a:defRPr>
            </a:pPr>
            <a:r>
              <a:rPr sz="975" b="0">
                <a:solidFill>
                  <a:srgbClr val="6B7280"/>
                </a:solidFill>
              </a:rPr>
              <a:t>凡例: オレンジ=Compute / 紫=Network / 桃=Integration・運用 / 赤=Security / 緑=Storage / 紫桃=Database</a:t>
            </a:r>
          </a:p>
        </p:txBody>
      </p:sp>
      <p:cxnSp>
        <p:nvCxnSpPr>
          <p:cNvPr id="161" name="直線矢印コネクタ 160">
            <a:extLst>
              <a:ext uri="{FF2B5EF4-FFF2-40B4-BE49-F238E27FC236}">
                <a16:creationId xmlns:a16="http://schemas.microsoft.com/office/drawing/2014/main" id="{2315ACEC-AE6F-EEF6-7C2E-DF0D64CB787F}"/>
              </a:ext>
            </a:extLst>
          </p:cNvPr>
          <p:cNvCxnSpPr>
            <a:cxnSpLocks/>
            <a:stCxn id="48" idx="1"/>
            <a:endCxn id="51" idx="3"/>
          </p:cNvCxnSpPr>
          <p:nvPr/>
        </p:nvCxnSpPr>
        <p:spPr>
          <a:xfrm flipH="1">
            <a:off x="9264414" y="2263308"/>
            <a:ext cx="1560743" cy="4279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8" name="コネクタ: カギ線 167">
            <a:extLst>
              <a:ext uri="{FF2B5EF4-FFF2-40B4-BE49-F238E27FC236}">
                <a16:creationId xmlns:a16="http://schemas.microsoft.com/office/drawing/2014/main" id="{EA9F4237-2B37-D4F7-8DFF-7856A34FF97F}"/>
              </a:ext>
            </a:extLst>
          </p:cNvPr>
          <p:cNvCxnSpPr>
            <a:cxnSpLocks/>
            <a:stCxn id="51" idx="1"/>
            <a:endCxn id="24" idx="3"/>
          </p:cNvCxnSpPr>
          <p:nvPr/>
        </p:nvCxnSpPr>
        <p:spPr>
          <a:xfrm rot="10800000" flipV="1">
            <a:off x="7367348" y="2267586"/>
            <a:ext cx="951882" cy="959573"/>
          </a:xfrm>
          <a:prstGeom prst="bentConnector3">
            <a:avLst>
              <a:gd name="adj1" fmla="val 55489"/>
            </a:avLst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7" name="コネクタ: カギ線 176">
            <a:extLst>
              <a:ext uri="{FF2B5EF4-FFF2-40B4-BE49-F238E27FC236}">
                <a16:creationId xmlns:a16="http://schemas.microsoft.com/office/drawing/2014/main" id="{E13C9B06-A97A-E8BD-5C70-6FCA0DD301AD}"/>
              </a:ext>
            </a:extLst>
          </p:cNvPr>
          <p:cNvCxnSpPr>
            <a:cxnSpLocks/>
            <a:stCxn id="39" idx="1"/>
            <a:endCxn id="27" idx="3"/>
          </p:cNvCxnSpPr>
          <p:nvPr/>
        </p:nvCxnSpPr>
        <p:spPr>
          <a:xfrm rot="10800000" flipV="1">
            <a:off x="7367348" y="3056039"/>
            <a:ext cx="945768" cy="952170"/>
          </a:xfrm>
          <a:prstGeom prst="bentConnector3">
            <a:avLst>
              <a:gd name="adj1" fmla="val 50000"/>
            </a:avLst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3" name="コネクタ: カギ線 182">
            <a:extLst>
              <a:ext uri="{FF2B5EF4-FFF2-40B4-BE49-F238E27FC236}">
                <a16:creationId xmlns:a16="http://schemas.microsoft.com/office/drawing/2014/main" id="{58B3978D-02B2-B000-1AE4-9E94702D7238}"/>
              </a:ext>
            </a:extLst>
          </p:cNvPr>
          <p:cNvCxnSpPr>
            <a:cxnSpLocks/>
            <a:stCxn id="69" idx="3"/>
            <a:endCxn id="78" idx="2"/>
          </p:cNvCxnSpPr>
          <p:nvPr/>
        </p:nvCxnSpPr>
        <p:spPr>
          <a:xfrm flipV="1">
            <a:off x="2522864" y="3898807"/>
            <a:ext cx="381515" cy="483464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8" name="直線矢印コネクタ 187">
            <a:extLst>
              <a:ext uri="{FF2B5EF4-FFF2-40B4-BE49-F238E27FC236}">
                <a16:creationId xmlns:a16="http://schemas.microsoft.com/office/drawing/2014/main" id="{004EF546-C6DA-D5C7-4382-9CDFE5DDA662}"/>
              </a:ext>
            </a:extLst>
          </p:cNvPr>
          <p:cNvCxnSpPr>
            <a:cxnSpLocks/>
            <a:stCxn id="78" idx="0"/>
            <a:endCxn id="81" idx="2"/>
          </p:cNvCxnSpPr>
          <p:nvPr/>
        </p:nvCxnSpPr>
        <p:spPr>
          <a:xfrm flipH="1" flipV="1">
            <a:off x="2901837" y="3067365"/>
            <a:ext cx="2542" cy="202792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2" name="コネクタ: カギ線 191">
            <a:extLst>
              <a:ext uri="{FF2B5EF4-FFF2-40B4-BE49-F238E27FC236}">
                <a16:creationId xmlns:a16="http://schemas.microsoft.com/office/drawing/2014/main" id="{7E6B80D9-8190-0BBA-DFA1-E90EB20D70D8}"/>
              </a:ext>
            </a:extLst>
          </p:cNvPr>
          <p:cNvCxnSpPr>
            <a:cxnSpLocks/>
            <a:stCxn id="81" idx="3"/>
            <a:endCxn id="75" idx="0"/>
          </p:cNvCxnSpPr>
          <p:nvPr/>
        </p:nvCxnSpPr>
        <p:spPr>
          <a:xfrm>
            <a:off x="3374429" y="2753040"/>
            <a:ext cx="1221947" cy="369344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7" name="直線矢印コネクタ 196">
            <a:extLst>
              <a:ext uri="{FF2B5EF4-FFF2-40B4-BE49-F238E27FC236}">
                <a16:creationId xmlns:a16="http://schemas.microsoft.com/office/drawing/2014/main" id="{CE3AEC78-DD8D-09F8-C45F-672A829291AF}"/>
              </a:ext>
            </a:extLst>
          </p:cNvPr>
          <p:cNvCxnSpPr>
            <a:cxnSpLocks/>
            <a:stCxn id="45" idx="1"/>
            <a:endCxn id="42" idx="3"/>
          </p:cNvCxnSpPr>
          <p:nvPr/>
        </p:nvCxnSpPr>
        <p:spPr>
          <a:xfrm flipH="1">
            <a:off x="10549454" y="3061345"/>
            <a:ext cx="275703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2" name="直線矢印コネクタ 221">
            <a:extLst>
              <a:ext uri="{FF2B5EF4-FFF2-40B4-BE49-F238E27FC236}">
                <a16:creationId xmlns:a16="http://schemas.microsoft.com/office/drawing/2014/main" id="{1F17402D-56F9-1FFB-B91B-BF2274A85BC0}"/>
              </a:ext>
            </a:extLst>
          </p:cNvPr>
          <p:cNvCxnSpPr>
            <a:cxnSpLocks/>
            <a:stCxn id="42" idx="1"/>
            <a:endCxn id="39" idx="3"/>
          </p:cNvCxnSpPr>
          <p:nvPr/>
        </p:nvCxnSpPr>
        <p:spPr>
          <a:xfrm flipH="1" flipV="1">
            <a:off x="9258300" y="3056039"/>
            <a:ext cx="345970" cy="5306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5" name="コネクタ: カギ線 224">
            <a:extLst>
              <a:ext uri="{FF2B5EF4-FFF2-40B4-BE49-F238E27FC236}">
                <a16:creationId xmlns:a16="http://schemas.microsoft.com/office/drawing/2014/main" id="{63E1DA84-D3D1-ADD1-2CDA-773FD564A77B}"/>
              </a:ext>
            </a:extLst>
          </p:cNvPr>
          <p:cNvCxnSpPr>
            <a:cxnSpLocks/>
            <a:stCxn id="60" idx="1"/>
            <a:endCxn id="30" idx="3"/>
          </p:cNvCxnSpPr>
          <p:nvPr/>
        </p:nvCxnSpPr>
        <p:spPr>
          <a:xfrm rot="10800000">
            <a:off x="7906877" y="5608774"/>
            <a:ext cx="1653898" cy="313204"/>
          </a:xfrm>
          <a:prstGeom prst="bentConnector3">
            <a:avLst>
              <a:gd name="adj1" fmla="val 50000"/>
            </a:avLst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9" name="コネクタ: カギ線 228">
            <a:extLst>
              <a:ext uri="{FF2B5EF4-FFF2-40B4-BE49-F238E27FC236}">
                <a16:creationId xmlns:a16="http://schemas.microsoft.com/office/drawing/2014/main" id="{5CAE2403-41A6-1BA2-8F30-2F048CA9B16E}"/>
              </a:ext>
            </a:extLst>
          </p:cNvPr>
          <p:cNvCxnSpPr>
            <a:cxnSpLocks/>
            <a:stCxn id="54" idx="1"/>
            <a:endCxn id="30" idx="3"/>
          </p:cNvCxnSpPr>
          <p:nvPr/>
        </p:nvCxnSpPr>
        <p:spPr>
          <a:xfrm rot="10800000" flipV="1">
            <a:off x="7906877" y="5211660"/>
            <a:ext cx="1653898" cy="397113"/>
          </a:xfrm>
          <a:prstGeom prst="bentConnector3">
            <a:avLst>
              <a:gd name="adj1" fmla="val 50000"/>
            </a:avLst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2" name="直線矢印コネクタ 231">
            <a:extLst>
              <a:ext uri="{FF2B5EF4-FFF2-40B4-BE49-F238E27FC236}">
                <a16:creationId xmlns:a16="http://schemas.microsoft.com/office/drawing/2014/main" id="{9916CE49-0CF8-1A87-8082-473AB92156E2}"/>
              </a:ext>
            </a:extLst>
          </p:cNvPr>
          <p:cNvCxnSpPr>
            <a:cxnSpLocks/>
            <a:stCxn id="54" idx="3"/>
            <a:endCxn id="57" idx="1"/>
          </p:cNvCxnSpPr>
          <p:nvPr/>
        </p:nvCxnSpPr>
        <p:spPr>
          <a:xfrm flipV="1">
            <a:off x="10505959" y="5209786"/>
            <a:ext cx="319198" cy="1875"/>
          </a:xfrm>
          <a:prstGeom prst="straightConnector1">
            <a:avLst/>
          </a:prstGeom>
          <a:ln>
            <a:solidFill>
              <a:schemeClr val="tx1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6" name="コネクタ: カギ線 235">
            <a:extLst>
              <a:ext uri="{FF2B5EF4-FFF2-40B4-BE49-F238E27FC236}">
                <a16:creationId xmlns:a16="http://schemas.microsoft.com/office/drawing/2014/main" id="{C0B0C175-A513-79D2-039C-2C0FBE195271}"/>
              </a:ext>
            </a:extLst>
          </p:cNvPr>
          <p:cNvCxnSpPr>
            <a:cxnSpLocks/>
            <a:stCxn id="36" idx="1"/>
            <a:endCxn id="30" idx="3"/>
          </p:cNvCxnSpPr>
          <p:nvPr/>
        </p:nvCxnSpPr>
        <p:spPr>
          <a:xfrm rot="10800000" flipV="1">
            <a:off x="7906878" y="3819568"/>
            <a:ext cx="1659293" cy="1789206"/>
          </a:xfrm>
          <a:prstGeom prst="bentConnector3">
            <a:avLst>
              <a:gd name="adj1" fmla="val 50000"/>
            </a:avLst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9" name="コネクタ: カギ線 238">
            <a:extLst>
              <a:ext uri="{FF2B5EF4-FFF2-40B4-BE49-F238E27FC236}">
                <a16:creationId xmlns:a16="http://schemas.microsoft.com/office/drawing/2014/main" id="{76492203-4548-3C31-52E3-9CE979673008}"/>
              </a:ext>
            </a:extLst>
          </p:cNvPr>
          <p:cNvCxnSpPr>
            <a:cxnSpLocks/>
            <a:stCxn id="33" idx="1"/>
            <a:endCxn id="30" idx="3"/>
          </p:cNvCxnSpPr>
          <p:nvPr/>
        </p:nvCxnSpPr>
        <p:spPr>
          <a:xfrm rot="10800000" flipV="1">
            <a:off x="7906878" y="4493302"/>
            <a:ext cx="1659293" cy="1115471"/>
          </a:xfrm>
          <a:prstGeom prst="bentConnector3">
            <a:avLst>
              <a:gd name="adj1" fmla="val 50000"/>
            </a:avLst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48" name="グラフィックス 247">
            <a:extLst>
              <a:ext uri="{FF2B5EF4-FFF2-40B4-BE49-F238E27FC236}">
                <a16:creationId xmlns:a16="http://schemas.microsoft.com/office/drawing/2014/main" id="{685BEEED-31A8-8A63-6BEA-5B1C9B18C23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1"/>
              </a:ext>
            </a:extLst>
          </a:blip>
          <a:stretch>
            <a:fillRect/>
          </a:stretch>
        </p:blipFill>
        <p:spPr>
          <a:xfrm>
            <a:off x="11173863" y="3892734"/>
            <a:ext cx="266400" cy="266400"/>
          </a:xfrm>
          <a:prstGeom prst="rect">
            <a:avLst/>
          </a:prstGeom>
        </p:spPr>
      </p:pic>
      <p:cxnSp>
        <p:nvCxnSpPr>
          <p:cNvPr id="252" name="コネクタ: カギ線 251">
            <a:extLst>
              <a:ext uri="{FF2B5EF4-FFF2-40B4-BE49-F238E27FC236}">
                <a16:creationId xmlns:a16="http://schemas.microsoft.com/office/drawing/2014/main" id="{9C82540F-2104-B4C6-C9F3-BAAD741D2A50}"/>
              </a:ext>
            </a:extLst>
          </p:cNvPr>
          <p:cNvCxnSpPr>
            <a:cxnSpLocks/>
            <a:stCxn id="250" idx="0"/>
            <a:endCxn id="30" idx="3"/>
          </p:cNvCxnSpPr>
          <p:nvPr/>
        </p:nvCxnSpPr>
        <p:spPr>
          <a:xfrm rot="16200000" flipH="1" flipV="1">
            <a:off x="8717778" y="3028803"/>
            <a:ext cx="1769070" cy="3390872"/>
          </a:xfrm>
          <a:prstGeom prst="bentConnector4">
            <a:avLst>
              <a:gd name="adj1" fmla="val -23014"/>
              <a:gd name="adj2" fmla="val 75460"/>
            </a:avLst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8" name="コネクタ: カギ線 257">
            <a:extLst>
              <a:ext uri="{FF2B5EF4-FFF2-40B4-BE49-F238E27FC236}">
                <a16:creationId xmlns:a16="http://schemas.microsoft.com/office/drawing/2014/main" id="{C603B787-0C6F-AFE7-33F3-0F82A6CC5D92}"/>
              </a:ext>
            </a:extLst>
          </p:cNvPr>
          <p:cNvCxnSpPr>
            <a:cxnSpLocks/>
            <a:stCxn id="36" idx="3"/>
            <a:endCxn id="33" idx="3"/>
          </p:cNvCxnSpPr>
          <p:nvPr/>
        </p:nvCxnSpPr>
        <p:spPr>
          <a:xfrm>
            <a:off x="10511354" y="3819568"/>
            <a:ext cx="12700" cy="673735"/>
          </a:xfrm>
          <a:prstGeom prst="bentConnector3">
            <a:avLst>
              <a:gd name="adj1" fmla="val 1080000"/>
            </a:avLst>
          </a:prstGeom>
          <a:ln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9" name="直線矢印コネクタ 278">
            <a:extLst>
              <a:ext uri="{FF2B5EF4-FFF2-40B4-BE49-F238E27FC236}">
                <a16:creationId xmlns:a16="http://schemas.microsoft.com/office/drawing/2014/main" id="{A25F853C-8EFD-E59C-4A46-09467D3CC9E5}"/>
              </a:ext>
            </a:extLst>
          </p:cNvPr>
          <p:cNvCxnSpPr>
            <a:cxnSpLocks/>
            <a:stCxn id="69" idx="3"/>
            <a:endCxn id="66" idx="1"/>
          </p:cNvCxnSpPr>
          <p:nvPr/>
        </p:nvCxnSpPr>
        <p:spPr>
          <a:xfrm>
            <a:off x="2522864" y="4382271"/>
            <a:ext cx="490844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3" name="コネクタ: カギ線 282">
            <a:extLst>
              <a:ext uri="{FF2B5EF4-FFF2-40B4-BE49-F238E27FC236}">
                <a16:creationId xmlns:a16="http://schemas.microsoft.com/office/drawing/2014/main" id="{0F31E62C-0597-E344-ECF0-504359A2EB36}"/>
              </a:ext>
            </a:extLst>
          </p:cNvPr>
          <p:cNvCxnSpPr>
            <a:cxnSpLocks/>
            <a:stCxn id="75" idx="3"/>
            <a:endCxn id="10" idx="1"/>
          </p:cNvCxnSpPr>
          <p:nvPr/>
        </p:nvCxnSpPr>
        <p:spPr>
          <a:xfrm>
            <a:off x="5068968" y="3436709"/>
            <a:ext cx="352311" cy="623653"/>
          </a:xfrm>
          <a:prstGeom prst="bentConnector3">
            <a:avLst>
              <a:gd name="adj1" fmla="val 50000"/>
            </a:avLst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6" name="コネクタ: カギ線 285">
            <a:extLst>
              <a:ext uri="{FF2B5EF4-FFF2-40B4-BE49-F238E27FC236}">
                <a16:creationId xmlns:a16="http://schemas.microsoft.com/office/drawing/2014/main" id="{F5B212F9-A0B2-E813-A582-2486C5146937}"/>
              </a:ext>
            </a:extLst>
          </p:cNvPr>
          <p:cNvCxnSpPr>
            <a:cxnSpLocks/>
            <a:stCxn id="66" idx="3"/>
            <a:endCxn id="10" idx="1"/>
          </p:cNvCxnSpPr>
          <p:nvPr/>
        </p:nvCxnSpPr>
        <p:spPr>
          <a:xfrm flipV="1">
            <a:off x="3958892" y="4060362"/>
            <a:ext cx="1462387" cy="321909"/>
          </a:xfrm>
          <a:prstGeom prst="bentConnector3">
            <a:avLst>
              <a:gd name="adj1" fmla="val 50000"/>
            </a:avLst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3" name="コネクタ: カギ線 292">
            <a:extLst>
              <a:ext uri="{FF2B5EF4-FFF2-40B4-BE49-F238E27FC236}">
                <a16:creationId xmlns:a16="http://schemas.microsoft.com/office/drawing/2014/main" id="{8DA04494-B68E-C0CC-42B2-E1B01C819F39}"/>
              </a:ext>
            </a:extLst>
          </p:cNvPr>
          <p:cNvCxnSpPr>
            <a:cxnSpLocks/>
            <a:stCxn id="18" idx="3"/>
            <a:endCxn id="69" idx="0"/>
          </p:cNvCxnSpPr>
          <p:nvPr/>
        </p:nvCxnSpPr>
        <p:spPr>
          <a:xfrm>
            <a:off x="1317335" y="3536354"/>
            <a:ext cx="732937" cy="531592"/>
          </a:xfrm>
          <a:prstGeom prst="bentConnector2">
            <a:avLst/>
          </a:prstGeom>
          <a:ln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7" name="正方形/長方形 296">
            <a:extLst>
              <a:ext uri="{FF2B5EF4-FFF2-40B4-BE49-F238E27FC236}">
                <a16:creationId xmlns:a16="http://schemas.microsoft.com/office/drawing/2014/main" id="{C5344C70-C157-261E-CC7D-B04FD2C4AD24}"/>
              </a:ext>
            </a:extLst>
          </p:cNvPr>
          <p:cNvSpPr>
            <a:spLocks noGrp="1"/>
          </p:cNvSpPr>
          <p:nvPr/>
        </p:nvSpPr>
        <p:spPr>
          <a:xfrm>
            <a:off x="406374" y="630386"/>
            <a:ext cx="72390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3150" b="1">
                <a:solidFill>
                  <a:srgbClr val="111827"/>
                </a:solidFill>
              </a:defRPr>
            </a:pPr>
            <a:r>
              <a:rPr sz="3150" b="1" dirty="0">
                <a:solidFill>
                  <a:srgbClr val="111827"/>
                </a:solidFill>
              </a:rPr>
              <a:t>AWS </a:t>
            </a:r>
            <a:r>
              <a:rPr sz="3150" b="1" dirty="0" err="1">
                <a:solidFill>
                  <a:srgbClr val="111827"/>
                </a:solidFill>
              </a:rPr>
              <a:t>サーバーレス構成</a:t>
            </a:r>
            <a:endParaRPr sz="3150" b="1" dirty="0">
              <a:solidFill>
                <a:srgbClr val="111827"/>
              </a:solidFill>
            </a:endParaRPr>
          </a:p>
        </p:txBody>
      </p:sp>
      <p:sp>
        <p:nvSpPr>
          <p:cNvPr id="304" name="svc-AWS Transit Gateway">
            <a:extLst>
              <a:ext uri="{FF2B5EF4-FFF2-40B4-BE49-F238E27FC236}">
                <a16:creationId xmlns:a16="http://schemas.microsoft.com/office/drawing/2014/main" id="{BAFEA2EE-7F7E-57AE-2146-E2DD807A9883}"/>
              </a:ext>
            </a:extLst>
          </p:cNvPr>
          <p:cNvSpPr>
            <a:spLocks noGrp="1"/>
          </p:cNvSpPr>
          <p:nvPr/>
        </p:nvSpPr>
        <p:spPr>
          <a:xfrm>
            <a:off x="5839581" y="5296971"/>
            <a:ext cx="945184" cy="628650"/>
          </a:xfrm>
          <a:prstGeom prst="roundRect">
            <a:avLst>
              <a:gd name="adj" fmla="val 12121"/>
            </a:avLst>
          </a:prstGeom>
          <a:solidFill>
            <a:srgbClr val="FFFFFF"/>
          </a:solidFill>
          <a:ln w="19050">
            <a:solidFill>
              <a:srgbClr val="00A4A6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ja-JP" altLang="en-US"/>
          </a:p>
        </p:txBody>
      </p:sp>
      <p:pic>
        <p:nvPicPr>
          <p:cNvPr id="301" name="グラフィックス 300">
            <a:extLst>
              <a:ext uri="{FF2B5EF4-FFF2-40B4-BE49-F238E27FC236}">
                <a16:creationId xmlns:a16="http://schemas.microsoft.com/office/drawing/2014/main" id="{19A3883F-926A-1CE8-DB2B-72679D074AA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2"/>
              </a:ext>
            </a:extLst>
          </a:blip>
          <a:stretch>
            <a:fillRect/>
          </a:stretch>
        </p:blipFill>
        <p:spPr>
          <a:xfrm>
            <a:off x="6173451" y="5369137"/>
            <a:ext cx="266400" cy="266400"/>
          </a:xfrm>
          <a:prstGeom prst="rect">
            <a:avLst/>
          </a:prstGeom>
        </p:spPr>
      </p:pic>
      <p:sp>
        <p:nvSpPr>
          <p:cNvPr id="305" name="正方形/長方形 304">
            <a:extLst>
              <a:ext uri="{FF2B5EF4-FFF2-40B4-BE49-F238E27FC236}">
                <a16:creationId xmlns:a16="http://schemas.microsoft.com/office/drawing/2014/main" id="{77F72748-38F9-123D-6E64-E3FE577676D5}"/>
              </a:ext>
            </a:extLst>
          </p:cNvPr>
          <p:cNvSpPr>
            <a:spLocks noGrp="1"/>
          </p:cNvSpPr>
          <p:nvPr/>
        </p:nvSpPr>
        <p:spPr>
          <a:xfrm>
            <a:off x="5877681" y="5620821"/>
            <a:ext cx="868984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750" b="1">
                <a:solidFill>
                  <a:srgbClr val="232F3E"/>
                </a:solidFill>
              </a:defRPr>
            </a:pPr>
            <a:r>
              <a:rPr lang="en-US" sz="750" b="1" dirty="0">
                <a:solidFill>
                  <a:srgbClr val="232F3E"/>
                </a:solidFill>
              </a:rPr>
              <a:t>AWS Transfer Family</a:t>
            </a:r>
            <a:endParaRPr sz="750" b="1" dirty="0">
              <a:solidFill>
                <a:srgbClr val="232F3E"/>
              </a:solidFill>
            </a:endParaRPr>
          </a:p>
        </p:txBody>
      </p:sp>
      <p:cxnSp>
        <p:nvCxnSpPr>
          <p:cNvPr id="315" name="直線矢印コネクタ 314">
            <a:extLst>
              <a:ext uri="{FF2B5EF4-FFF2-40B4-BE49-F238E27FC236}">
                <a16:creationId xmlns:a16="http://schemas.microsoft.com/office/drawing/2014/main" id="{8AC491F6-7A0A-D5DF-2B32-FDF708212772}"/>
              </a:ext>
            </a:extLst>
          </p:cNvPr>
          <p:cNvCxnSpPr>
            <a:cxnSpLocks/>
            <a:stCxn id="304" idx="3"/>
            <a:endCxn id="30" idx="1"/>
          </p:cNvCxnSpPr>
          <p:nvPr/>
        </p:nvCxnSpPr>
        <p:spPr>
          <a:xfrm flipV="1">
            <a:off x="6784765" y="5608774"/>
            <a:ext cx="176928" cy="2522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6" name="正方形/長方形 365">
            <a:extLst>
              <a:ext uri="{FF2B5EF4-FFF2-40B4-BE49-F238E27FC236}">
                <a16:creationId xmlns:a16="http://schemas.microsoft.com/office/drawing/2014/main" id="{FA1CFF49-AB29-2BA1-3CB3-657F0DA759D8}"/>
              </a:ext>
            </a:extLst>
          </p:cNvPr>
          <p:cNvSpPr>
            <a:spLocks noGrp="1"/>
          </p:cNvSpPr>
          <p:nvPr/>
        </p:nvSpPr>
        <p:spPr>
          <a:xfrm>
            <a:off x="4093664" y="2199335"/>
            <a:ext cx="988373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00" b="1">
                <a:solidFill>
                  <a:srgbClr val="00A4A6"/>
                </a:solidFill>
              </a:defRPr>
            </a:pPr>
            <a:r>
              <a:rPr lang="en-US" altLang="ja-JP" sz="1200" b="1" dirty="0"/>
              <a:t>AZ</a:t>
            </a:r>
          </a:p>
        </p:txBody>
      </p:sp>
    </p:spTree>
    <p:extLst>
      <p:ext uri="{BB962C8B-B14F-4D97-AF65-F5344CB8AC3E}">
        <p14:creationId xmlns:p14="http://schemas.microsoft.com/office/powerpoint/2010/main" val="20203839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正方形/長方形 2">
            <a:extLst>
              <a:ext uri="{FF2B5EF4-FFF2-40B4-BE49-F238E27FC236}">
                <a16:creationId xmlns:a16="http://schemas.microsoft.com/office/drawing/2014/main" id="{CB3C5109-D1F2-48D3-AE65-D739914800DD}"/>
              </a:ext>
            </a:extLst>
          </p:cNvPr>
          <p:cNvSpPr>
            <a:spLocks noGrp="1"/>
          </p:cNvSpPr>
          <p:nvPr/>
        </p:nvSpPr>
        <p:spPr>
          <a:xfrm>
            <a:off x="400050" y="381000"/>
            <a:ext cx="83820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850" b="1">
                <a:solidFill>
                  <a:srgbClr val="111827"/>
                </a:solidFill>
              </a:defRPr>
            </a:pPr>
            <a:r>
              <a:rPr sz="2850" b="1" dirty="0" err="1">
                <a:solidFill>
                  <a:srgbClr val="111827"/>
                </a:solidFill>
              </a:rPr>
              <a:t>サービススタック一覧</a:t>
            </a:r>
            <a:r>
              <a:rPr sz="2850" b="1" dirty="0">
                <a:solidFill>
                  <a:srgbClr val="111827"/>
                </a:solidFill>
              </a:rPr>
              <a:t> 1</a:t>
            </a:r>
            <a:r>
              <a:rPr lang="en-US" sz="2850" b="1" dirty="0">
                <a:solidFill>
                  <a:srgbClr val="111827"/>
                </a:solidFill>
              </a:rPr>
              <a:t>/2</a:t>
            </a:r>
            <a:endParaRPr sz="2850" b="1" dirty="0">
              <a:solidFill>
                <a:srgbClr val="111827"/>
              </a:solidFill>
            </a:endParaRPr>
          </a:p>
        </p:txBody>
      </p:sp>
      <p:graphicFrame>
        <p:nvGraphicFramePr>
          <p:cNvPr id="7" name="表 6"/>
          <p:cNvGraphicFramePr/>
          <p:nvPr>
            <p:extLst>
              <p:ext uri="{D42A27DB-BD31-4B8C-83A1-F6EECF244321}">
                <p14:modId xmlns:p14="http://schemas.microsoft.com/office/powerpoint/2010/main" val="2914713523"/>
              </p:ext>
            </p:extLst>
          </p:nvPr>
        </p:nvGraphicFramePr>
        <p:xfrm>
          <a:off x="400050" y="952500"/>
          <a:ext cx="11391900" cy="5365750"/>
        </p:xfrm>
        <a:graphic>
          <a:graphicData uri="http://schemas.openxmlformats.org/drawingml/2006/table">
            <a:tbl>
              <a:tblPr firstRow="1" bandRow="1"/>
              <a:tblGrid>
                <a:gridCol w="24288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526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010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12750">
                <a:tc>
                  <a:txBody>
                    <a:bodyPr/>
                    <a:lstStyle/>
                    <a:p>
                      <a:r>
                        <a:rPr sz="1200" b="1" dirty="0" err="1">
                          <a:solidFill>
                            <a:srgbClr val="FFFFFF"/>
                          </a:solidFill>
                        </a:rPr>
                        <a:t>サービス</a:t>
                      </a:r>
                      <a:endParaRPr sz="1200" b="1" dirty="0">
                        <a:solidFill>
                          <a:srgbClr val="FFFFFF"/>
                        </a:solidFill>
                      </a:endParaRPr>
                    </a:p>
                  </a:txBody>
                  <a:tcPr marL="76200" marR="76200" marT="47625" marB="47625">
                    <a:solidFill>
                      <a:srgbClr val="232F3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何のために</a:t>
                      </a:r>
                    </a:p>
                  </a:txBody>
                  <a:tcPr marL="76200" marR="76200" marT="47625" marB="47625">
                    <a:solidFill>
                      <a:srgbClr val="232F3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何をするサービスか</a:t>
                      </a:r>
                    </a:p>
                  </a:txBody>
                  <a:tcPr marL="76200" marR="76200" marT="47625" marB="47625">
                    <a:solidFill>
                      <a:srgbClr val="232F3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275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11827"/>
                          </a:solidFill>
                        </a:rPr>
                        <a:t>Amazon Route 53</a:t>
                      </a:r>
                    </a:p>
                  </a:txBody>
                  <a:tcPr marL="76200" marR="76200" marT="38100" marB="3810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DNS / 入口</a:t>
                      </a:r>
                    </a:p>
                  </a:txBody>
                  <a:tcPr marL="76200" marR="76200" marT="38100" marB="3810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ドメイン名解決とルーティングを行い、利用者をアプリケーション入口へ誘導する。</a:t>
                      </a:r>
                    </a:p>
                  </a:txBody>
                  <a:tcPr marL="76200" marR="76200" marT="38100" marB="3810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275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11827"/>
                          </a:solidFill>
                        </a:rPr>
                        <a:t>AWS WAF</a:t>
                      </a:r>
                    </a:p>
                  </a:txBody>
                  <a:tcPr marL="76200" marR="76200" marT="38100" marB="38100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Web保護</a:t>
                      </a:r>
                    </a:p>
                  </a:txBody>
                  <a:tcPr marL="76200" marR="76200" marT="38100" marB="38100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ALBなどの前段で不正リクエストや一般的なWeb攻撃をルールでブロックする。</a:t>
                      </a:r>
                    </a:p>
                  </a:txBody>
                  <a:tcPr marL="76200" marR="76200" marT="38100" marB="38100"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275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11827"/>
                          </a:solidFill>
                        </a:rPr>
                        <a:t>Application Load Balancer</a:t>
                      </a:r>
                    </a:p>
                  </a:txBody>
                  <a:tcPr marL="76200" marR="76200" marT="38100" marB="3810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Web入口</a:t>
                      </a:r>
                    </a:p>
                  </a:txBody>
                  <a:tcPr marL="76200" marR="76200" marT="38100" marB="3810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HTTP/HTTPSトラフィックを受け、ECS/Fargateなどのターゲットへ分散する。</a:t>
                      </a:r>
                    </a:p>
                  </a:txBody>
                  <a:tcPr marL="76200" marR="76200" marT="38100" marB="3810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275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11827"/>
                          </a:solidFill>
                        </a:rPr>
                        <a:t>AWS Direct Connect</a:t>
                      </a:r>
                    </a:p>
                  </a:txBody>
                  <a:tcPr marL="76200" marR="76200" marT="38100" marB="38100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専用線接続</a:t>
                      </a:r>
                    </a:p>
                  </a:txBody>
                  <a:tcPr marL="76200" marR="76200" marT="38100" marB="38100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オンプレミスとAWSを専用ネットワークで接続し、安定した帯域を確保する。</a:t>
                      </a:r>
                    </a:p>
                  </a:txBody>
                  <a:tcPr marL="76200" marR="76200" marT="38100" marB="38100"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1275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11827"/>
                          </a:solidFill>
                        </a:rPr>
                        <a:t>AWS Site-to-Site VPN</a:t>
                      </a:r>
                    </a:p>
                  </a:txBody>
                  <a:tcPr marL="76200" marR="76200" marT="38100" marB="3810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VPN接続</a:t>
                      </a:r>
                    </a:p>
                  </a:txBody>
                  <a:tcPr marL="76200" marR="76200" marT="38100" marB="3810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オンプレミスとAWSをIPsec VPNで接続し、暗号化された通信経路を作る。</a:t>
                      </a:r>
                    </a:p>
                  </a:txBody>
                  <a:tcPr marL="76200" marR="76200" marT="38100" marB="38100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1275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11827"/>
                          </a:solidFill>
                        </a:rPr>
                        <a:t>AWS Transit Gateway</a:t>
                      </a:r>
                    </a:p>
                  </a:txBody>
                  <a:tcPr marL="76200" marR="76200" marT="38100" marB="38100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ネットワーク集約</a:t>
                      </a:r>
                    </a:p>
                  </a:txBody>
                  <a:tcPr marL="76200" marR="76200" marT="38100" marB="38100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VPCやオンプレミス接続を集約し、ネットワーク経路を一元管理する。</a:t>
                      </a:r>
                    </a:p>
                  </a:txBody>
                  <a:tcPr marL="76200" marR="76200" marT="38100" marB="38100"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1275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11827"/>
                          </a:solidFill>
                        </a:rPr>
                        <a:t>Amazon ECS</a:t>
                      </a:r>
                    </a:p>
                  </a:txBody>
                  <a:tcPr marL="76200" marR="76200" marT="38100" marB="3810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コンテナ管理</a:t>
                      </a:r>
                    </a:p>
                  </a:txBody>
                  <a:tcPr marL="76200" marR="76200" marT="38100" marB="3810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コンテナ化したアプリケーションのタスクやサービスを管理する。</a:t>
                      </a:r>
                    </a:p>
                  </a:txBody>
                  <a:tcPr marL="76200" marR="76200" marT="38100" marB="38100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1275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11827"/>
                          </a:solidFill>
                        </a:rPr>
                        <a:t>AWS Fargate</a:t>
                      </a:r>
                    </a:p>
                  </a:txBody>
                  <a:tcPr marL="76200" marR="76200" marT="38100" marB="38100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サーバーレス実行基盤</a:t>
                      </a:r>
                    </a:p>
                  </a:txBody>
                  <a:tcPr marL="76200" marR="76200" marT="38100" marB="38100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ECSタスクをサーバー管理なしで実行し、必要なリソースを割り当てる。</a:t>
                      </a:r>
                    </a:p>
                  </a:txBody>
                  <a:tcPr marL="76200" marR="76200" marT="38100" marB="38100"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1275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11827"/>
                          </a:solidFill>
                        </a:rPr>
                        <a:t>Amazon Aurora</a:t>
                      </a:r>
                    </a:p>
                  </a:txBody>
                  <a:tcPr marL="76200" marR="76200" marT="38100" marB="3810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DB</a:t>
                      </a:r>
                    </a:p>
                  </a:txBody>
                  <a:tcPr marL="76200" marR="76200" marT="38100" marB="3810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アプリケーションデータを保持する高可用なリレーショナルデータベース。</a:t>
                      </a:r>
                    </a:p>
                  </a:txBody>
                  <a:tcPr marL="76200" marR="76200" marT="38100" marB="38100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41275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11827"/>
                          </a:solidFill>
                        </a:rPr>
                        <a:t>AWS Lambda</a:t>
                      </a:r>
                    </a:p>
                  </a:txBody>
                  <a:tcPr marL="76200" marR="76200" marT="38100" marB="38100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イベント処理</a:t>
                      </a:r>
                    </a:p>
                  </a:txBody>
                  <a:tcPr marL="76200" marR="76200" marT="38100" marB="38100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イベントに応じて短時間の処理を実行するサーバーレス関数基盤。</a:t>
                      </a:r>
                    </a:p>
                  </a:txBody>
                  <a:tcPr marL="76200" marR="76200" marT="38100" marB="38100"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412750">
                <a:tc>
                  <a:txBody>
                    <a:bodyPr/>
                    <a:lstStyle/>
                    <a:p>
                      <a:r>
                        <a:rPr sz="1200" b="1" dirty="0">
                          <a:solidFill>
                            <a:srgbClr val="111827"/>
                          </a:solidFill>
                        </a:rPr>
                        <a:t>Queue</a:t>
                      </a:r>
                    </a:p>
                  </a:txBody>
                  <a:tcPr marL="76200" marR="76200" marT="38100" marB="38100"/>
                </a:tc>
                <a:tc>
                  <a:txBody>
                    <a:bodyPr/>
                    <a:lstStyle/>
                    <a:p>
                      <a:r>
                        <a:rPr sz="1200" dirty="0" err="1">
                          <a:solidFill>
                            <a:srgbClr val="111827"/>
                          </a:solidFill>
                        </a:rPr>
                        <a:t>非同期連携</a:t>
                      </a:r>
                      <a:endParaRPr sz="1200" dirty="0">
                        <a:solidFill>
                          <a:srgbClr val="111827"/>
                        </a:solidFill>
                      </a:endParaRPr>
                    </a:p>
                  </a:txBody>
                  <a:tcPr marL="76200" marR="76200" marT="38100" marB="38100"/>
                </a:tc>
                <a:tc>
                  <a:txBody>
                    <a:bodyPr/>
                    <a:lstStyle/>
                    <a:p>
                      <a:r>
                        <a:rPr sz="1200" dirty="0" err="1">
                          <a:solidFill>
                            <a:srgbClr val="111827"/>
                          </a:solidFill>
                        </a:rPr>
                        <a:t>処理要求を一時保管し、ワーカーやバッチ処理との疎結合な連携を実現する</a:t>
                      </a:r>
                      <a:r>
                        <a:rPr sz="1200" dirty="0">
                          <a:solidFill>
                            <a:srgbClr val="111827"/>
                          </a:solidFill>
                        </a:rPr>
                        <a:t>。</a:t>
                      </a:r>
                    </a:p>
                  </a:txBody>
                  <a:tcPr marL="76200" marR="76200" marT="38100" marB="38100"/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412750">
                <a:tc>
                  <a:txBody>
                    <a:bodyPr/>
                    <a:lstStyle/>
                    <a:p>
                      <a:r>
                        <a:rPr sz="1200" b="1" dirty="0">
                          <a:solidFill>
                            <a:srgbClr val="111827"/>
                          </a:solidFill>
                        </a:rPr>
                        <a:t>AWS Batch</a:t>
                      </a:r>
                    </a:p>
                  </a:txBody>
                  <a:tcPr marL="76200" marR="76200" marT="38100" marB="3810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バッチ実行</a:t>
                      </a:r>
                    </a:p>
                  </a:txBody>
                  <a:tcPr marL="76200" marR="76200" marT="38100" marB="38100"/>
                </a:tc>
                <a:tc>
                  <a:txBody>
                    <a:bodyPr/>
                    <a:lstStyle/>
                    <a:p>
                      <a:r>
                        <a:rPr sz="1200" dirty="0" err="1">
                          <a:solidFill>
                            <a:srgbClr val="111827"/>
                          </a:solidFill>
                        </a:rPr>
                        <a:t>コンテナベースのバッチジョブをスケジューリングし、必要な計算リソースで実行する</a:t>
                      </a:r>
                      <a:r>
                        <a:rPr sz="1200" dirty="0">
                          <a:solidFill>
                            <a:srgbClr val="111827"/>
                          </a:solidFill>
                        </a:rPr>
                        <a:t>。</a:t>
                      </a:r>
                    </a:p>
                  </a:txBody>
                  <a:tcPr marL="76200" marR="76200" marT="38100" marB="38100"/>
                </a:tc>
                <a:extLst>
                  <a:ext uri="{0D108BD9-81ED-4DB2-BD59-A6C34878D82A}">
                    <a16:rowId xmlns:a16="http://schemas.microsoft.com/office/drawing/2014/main" val="424209377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6738587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正方形/長方形 2">
            <a:extLst>
              <a:ext uri="{FF2B5EF4-FFF2-40B4-BE49-F238E27FC236}">
                <a16:creationId xmlns:a16="http://schemas.microsoft.com/office/drawing/2014/main" id="{49AA97E9-796E-40CE-A667-F148029E289D}"/>
              </a:ext>
            </a:extLst>
          </p:cNvPr>
          <p:cNvSpPr>
            <a:spLocks noGrp="1"/>
          </p:cNvSpPr>
          <p:nvPr/>
        </p:nvSpPr>
        <p:spPr>
          <a:xfrm>
            <a:off x="400050" y="381000"/>
            <a:ext cx="83820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850" b="1">
                <a:solidFill>
                  <a:srgbClr val="111827"/>
                </a:solidFill>
              </a:defRPr>
            </a:pPr>
            <a:r>
              <a:rPr sz="2850" b="1" dirty="0" err="1">
                <a:solidFill>
                  <a:srgbClr val="111827"/>
                </a:solidFill>
              </a:rPr>
              <a:t>サービススタック一覧</a:t>
            </a:r>
            <a:r>
              <a:rPr sz="2850" b="1" dirty="0">
                <a:solidFill>
                  <a:srgbClr val="111827"/>
                </a:solidFill>
              </a:rPr>
              <a:t> 2</a:t>
            </a:r>
            <a:r>
              <a:rPr lang="en-US" sz="2850" b="1" dirty="0">
                <a:solidFill>
                  <a:srgbClr val="111827"/>
                </a:solidFill>
              </a:rPr>
              <a:t>/2</a:t>
            </a:r>
            <a:endParaRPr sz="2850" b="1" dirty="0">
              <a:solidFill>
                <a:srgbClr val="111827"/>
              </a:solidFill>
            </a:endParaRPr>
          </a:p>
        </p:txBody>
      </p:sp>
      <p:graphicFrame>
        <p:nvGraphicFramePr>
          <p:cNvPr id="7" name="表 6"/>
          <p:cNvGraphicFramePr/>
          <p:nvPr>
            <p:extLst>
              <p:ext uri="{D42A27DB-BD31-4B8C-83A1-F6EECF244321}">
                <p14:modId xmlns:p14="http://schemas.microsoft.com/office/powerpoint/2010/main" val="1981289972"/>
              </p:ext>
            </p:extLst>
          </p:nvPr>
        </p:nvGraphicFramePr>
        <p:xfrm>
          <a:off x="400050" y="942340"/>
          <a:ext cx="11391900" cy="5356863"/>
        </p:xfrm>
        <a:graphic>
          <a:graphicData uri="http://schemas.openxmlformats.org/drawingml/2006/table">
            <a:tbl>
              <a:tblPr firstRow="1" bandRow="1"/>
              <a:tblGrid>
                <a:gridCol w="24288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526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010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03860">
                <a:tc>
                  <a:txBody>
                    <a:bodyPr/>
                    <a:lstStyle/>
                    <a:p>
                      <a:r>
                        <a:rPr sz="1200" b="1" dirty="0" err="1">
                          <a:solidFill>
                            <a:srgbClr val="FFFFFF"/>
                          </a:solidFill>
                        </a:rPr>
                        <a:t>サービス</a:t>
                      </a:r>
                      <a:endParaRPr sz="1200" b="1" dirty="0">
                        <a:solidFill>
                          <a:srgbClr val="FFFFFF"/>
                        </a:solidFill>
                      </a:endParaRPr>
                    </a:p>
                  </a:txBody>
                  <a:tcPr marL="76200" marR="76200" marT="47625" marB="47625">
                    <a:solidFill>
                      <a:srgbClr val="232F3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 dirty="0" err="1">
                          <a:solidFill>
                            <a:srgbClr val="FFFFFF"/>
                          </a:solidFill>
                        </a:rPr>
                        <a:t>何のために</a:t>
                      </a:r>
                      <a:endParaRPr sz="1200" b="1" dirty="0">
                        <a:solidFill>
                          <a:srgbClr val="FFFFFF"/>
                        </a:solidFill>
                      </a:endParaRPr>
                    </a:p>
                  </a:txBody>
                  <a:tcPr marL="76200" marR="76200" marT="47625" marB="47625">
                    <a:solidFill>
                      <a:srgbClr val="232F3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 dirty="0" err="1">
                          <a:solidFill>
                            <a:srgbClr val="FFFFFF"/>
                          </a:solidFill>
                        </a:rPr>
                        <a:t>何をするサービスか</a:t>
                      </a:r>
                      <a:endParaRPr sz="1200" b="1" dirty="0">
                        <a:solidFill>
                          <a:srgbClr val="FFFFFF"/>
                        </a:solidFill>
                      </a:endParaRPr>
                    </a:p>
                  </a:txBody>
                  <a:tcPr marL="76200" marR="76200" marT="47625" marB="47625">
                    <a:solidFill>
                      <a:srgbClr val="232F3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0273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11827"/>
                          </a:solidFill>
                        </a:rPr>
                        <a:t>AWS Step Functions</a:t>
                      </a:r>
                    </a:p>
                  </a:txBody>
                  <a:tcPr marL="76200" marR="76200" marT="38100" marB="38100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ワークフロー制御</a:t>
                      </a:r>
                    </a:p>
                  </a:txBody>
                  <a:tcPr marL="76200" marR="76200" marT="38100" marB="38100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dirty="0" err="1">
                          <a:solidFill>
                            <a:srgbClr val="111827"/>
                          </a:solidFill>
                        </a:rPr>
                        <a:t>複数の処理ステップや分岐、リトライを状態遷移として管理する</a:t>
                      </a:r>
                      <a:r>
                        <a:rPr sz="1200" dirty="0">
                          <a:solidFill>
                            <a:srgbClr val="111827"/>
                          </a:solidFill>
                        </a:rPr>
                        <a:t>。</a:t>
                      </a:r>
                    </a:p>
                  </a:txBody>
                  <a:tcPr marL="76200" marR="76200" marT="38100" marB="38100"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0273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11827"/>
                          </a:solidFill>
                        </a:rPr>
                        <a:t>Amazon EventBridge Scheduler</a:t>
                      </a:r>
                    </a:p>
                  </a:txBody>
                  <a:tcPr marL="76200" marR="76200" marT="38100" marB="3810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スケジュール起動</a:t>
                      </a:r>
                    </a:p>
                  </a:txBody>
                  <a:tcPr marL="76200" marR="76200" marT="38100" marB="38100"/>
                </a:tc>
                <a:tc>
                  <a:txBody>
                    <a:bodyPr/>
                    <a:lstStyle/>
                    <a:p>
                      <a:r>
                        <a:rPr sz="1200" dirty="0" err="1">
                          <a:solidFill>
                            <a:srgbClr val="111827"/>
                          </a:solidFill>
                        </a:rPr>
                        <a:t>指定時刻や周期に基づき、LambdaやStep</a:t>
                      </a:r>
                      <a:r>
                        <a:rPr sz="1200" dirty="0">
                          <a:solidFill>
                            <a:srgbClr val="111827"/>
                          </a:solidFill>
                        </a:rPr>
                        <a:t> </a:t>
                      </a:r>
                      <a:r>
                        <a:rPr sz="1200" dirty="0" err="1">
                          <a:solidFill>
                            <a:srgbClr val="111827"/>
                          </a:solidFill>
                        </a:rPr>
                        <a:t>Functionsなどを起動する</a:t>
                      </a:r>
                      <a:r>
                        <a:rPr sz="1200" dirty="0">
                          <a:solidFill>
                            <a:srgbClr val="111827"/>
                          </a:solidFill>
                        </a:rPr>
                        <a:t>。</a:t>
                      </a:r>
                    </a:p>
                  </a:txBody>
                  <a:tcPr marL="76200" marR="76200" marT="38100" marB="3810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0273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11827"/>
                          </a:solidFill>
                        </a:rPr>
                        <a:t>Amazon ECR</a:t>
                      </a:r>
                    </a:p>
                  </a:txBody>
                  <a:tcPr marL="76200" marR="76200" marT="38100" marB="38100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コンテナレジストリ</a:t>
                      </a:r>
                    </a:p>
                  </a:txBody>
                  <a:tcPr marL="76200" marR="76200" marT="38100" marB="38100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dirty="0">
                          <a:solidFill>
                            <a:srgbClr val="111827"/>
                          </a:solidFill>
                        </a:rPr>
                        <a:t>ECS/</a:t>
                      </a:r>
                      <a:r>
                        <a:rPr sz="1200" dirty="0" err="1">
                          <a:solidFill>
                            <a:srgbClr val="111827"/>
                          </a:solidFill>
                        </a:rPr>
                        <a:t>FargateやBatchで利用するコンテナイメージを保存・配布する</a:t>
                      </a:r>
                      <a:r>
                        <a:rPr sz="1200" dirty="0">
                          <a:solidFill>
                            <a:srgbClr val="111827"/>
                          </a:solidFill>
                        </a:rPr>
                        <a:t>。</a:t>
                      </a:r>
                    </a:p>
                  </a:txBody>
                  <a:tcPr marL="76200" marR="76200" marT="38100" marB="38100"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0273">
                <a:tc>
                  <a:txBody>
                    <a:bodyPr/>
                    <a:lstStyle/>
                    <a:p>
                      <a:r>
                        <a:rPr sz="1200" b="1" dirty="0">
                          <a:solidFill>
                            <a:srgbClr val="111827"/>
                          </a:solidFill>
                        </a:rPr>
                        <a:t>Amazon S3</a:t>
                      </a:r>
                    </a:p>
                  </a:txBody>
                  <a:tcPr marL="76200" marR="76200" marT="38100" marB="38100"/>
                </a:tc>
                <a:tc>
                  <a:txBody>
                    <a:bodyPr/>
                    <a:lstStyle/>
                    <a:p>
                      <a:r>
                        <a:rPr sz="1200" dirty="0" err="1">
                          <a:solidFill>
                            <a:srgbClr val="111827"/>
                          </a:solidFill>
                        </a:rPr>
                        <a:t>オブジェクト保管</a:t>
                      </a:r>
                      <a:endParaRPr sz="1200" dirty="0">
                        <a:solidFill>
                          <a:srgbClr val="111827"/>
                        </a:solidFill>
                      </a:endParaRPr>
                    </a:p>
                  </a:txBody>
                  <a:tcPr marL="76200" marR="76200" marT="38100" marB="38100"/>
                </a:tc>
                <a:tc>
                  <a:txBody>
                    <a:bodyPr/>
                    <a:lstStyle/>
                    <a:p>
                      <a:r>
                        <a:rPr sz="1200" dirty="0" err="1">
                          <a:solidFill>
                            <a:srgbClr val="111827"/>
                          </a:solidFill>
                        </a:rPr>
                        <a:t>ファイル、成果物、ログなどのオブジェクトデータを耐久性高く保存する</a:t>
                      </a:r>
                      <a:r>
                        <a:rPr sz="1200" dirty="0">
                          <a:solidFill>
                            <a:srgbClr val="111827"/>
                          </a:solidFill>
                        </a:rPr>
                        <a:t>。</a:t>
                      </a:r>
                    </a:p>
                  </a:txBody>
                  <a:tcPr marL="76200" marR="76200" marT="38100" marB="38100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50273">
                <a:tc>
                  <a:txBody>
                    <a:bodyPr/>
                    <a:lstStyle/>
                    <a:p>
                      <a:pPr marL="0" marR="0" lvl="0" indent="0" algn="l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ja-JP" sz="1200" b="1" dirty="0">
                          <a:solidFill>
                            <a:srgbClr val="111827"/>
                          </a:solidFill>
                        </a:rPr>
                        <a:t>Amazon EBS</a:t>
                      </a:r>
                    </a:p>
                  </a:txBody>
                  <a:tcPr marL="76200" marR="76200" marT="38100" marB="38100"/>
                </a:tc>
                <a:tc>
                  <a:txBody>
                    <a:bodyPr/>
                    <a:lstStyle/>
                    <a:p>
                      <a:r>
                        <a:rPr lang="ja-JP" altLang="ja-JP" sz="1200" dirty="0"/>
                        <a:t>ブロックストレージ</a:t>
                      </a:r>
                      <a:endParaRPr sz="1200" dirty="0">
                        <a:solidFill>
                          <a:srgbClr val="111827"/>
                        </a:solidFill>
                      </a:endParaRPr>
                    </a:p>
                  </a:txBody>
                  <a:tcPr marL="76200" marR="76200" marT="38100" marB="38100"/>
                </a:tc>
                <a:tc>
                  <a:txBody>
                    <a:bodyPr/>
                    <a:lstStyle/>
                    <a:p>
                      <a:r>
                        <a:rPr lang="ja-JP" altLang="ja-JP" sz="1200" dirty="0"/>
                        <a:t>コンテナ実行基盤で利用する永続的なディスク領域を提供し、データやアプリケーションファイルを保存する。</a:t>
                      </a:r>
                      <a:endParaRPr sz="1200" dirty="0">
                        <a:solidFill>
                          <a:srgbClr val="111827"/>
                        </a:solidFill>
                      </a:endParaRPr>
                    </a:p>
                  </a:txBody>
                  <a:tcPr marL="76200" marR="76200" marT="38100" marB="38100"/>
                </a:tc>
                <a:extLst>
                  <a:ext uri="{0D108BD9-81ED-4DB2-BD59-A6C34878D82A}">
                    <a16:rowId xmlns:a16="http://schemas.microsoft.com/office/drawing/2014/main" val="1939710770"/>
                  </a:ext>
                </a:extLst>
              </a:tr>
              <a:tr h="450273">
                <a:tc>
                  <a:txBody>
                    <a:bodyPr/>
                    <a:lstStyle/>
                    <a:p>
                      <a:pPr marL="0" marR="0" lvl="0" indent="0" algn="l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ja-JP" sz="1200" b="1" dirty="0">
                          <a:solidFill>
                            <a:srgbClr val="111827"/>
                          </a:solidFill>
                        </a:rPr>
                        <a:t>AWS Transfer Family</a:t>
                      </a:r>
                      <a:endParaRPr sz="1200" b="1" dirty="0">
                        <a:solidFill>
                          <a:srgbClr val="111827"/>
                        </a:solidFill>
                      </a:endParaRPr>
                    </a:p>
                  </a:txBody>
                  <a:tcPr marL="76200" marR="76200" marT="38100" marB="38100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altLang="ja-JP" sz="1200" dirty="0"/>
                        <a:t>ファイル転送</a:t>
                      </a:r>
                      <a:endParaRPr sz="1200" dirty="0">
                        <a:solidFill>
                          <a:srgbClr val="111827"/>
                        </a:solidFill>
                      </a:endParaRPr>
                    </a:p>
                  </a:txBody>
                  <a:tcPr marL="76200" marR="76200" marT="38100" marB="38100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ja-JP" sz="1200" dirty="0">
                          <a:solidFill>
                            <a:srgbClr val="111827"/>
                          </a:solidFill>
                        </a:rPr>
                        <a:t>SFTP/FTPS/FTP</a:t>
                      </a:r>
                      <a:r>
                        <a:rPr lang="ja-JP" altLang="en-US" sz="1200" dirty="0">
                          <a:solidFill>
                            <a:srgbClr val="111827"/>
                          </a:solidFill>
                        </a:rPr>
                        <a:t>で外部やオンプレミスとファイルを送受信し、</a:t>
                      </a:r>
                      <a:r>
                        <a:rPr lang="en-US" altLang="ja-JP" sz="1200" dirty="0">
                          <a:solidFill>
                            <a:srgbClr val="111827"/>
                          </a:solidFill>
                        </a:rPr>
                        <a:t>S3</a:t>
                      </a:r>
                      <a:r>
                        <a:rPr lang="ja-JP" altLang="en-US" sz="1200" dirty="0">
                          <a:solidFill>
                            <a:srgbClr val="111827"/>
                          </a:solidFill>
                        </a:rPr>
                        <a:t>などのストレージへ安全に連携する。</a:t>
                      </a:r>
                      <a:endParaRPr sz="1200" dirty="0">
                        <a:solidFill>
                          <a:srgbClr val="111827"/>
                        </a:solidFill>
                      </a:endParaRPr>
                    </a:p>
                  </a:txBody>
                  <a:tcPr marL="76200" marR="76200" marT="38100" marB="38100"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8581742"/>
                  </a:ext>
                </a:extLst>
              </a:tr>
              <a:tr h="450273">
                <a:tc>
                  <a:txBody>
                    <a:bodyPr/>
                    <a:lstStyle/>
                    <a:p>
                      <a:r>
                        <a:rPr sz="1200" b="1" dirty="0">
                          <a:solidFill>
                            <a:srgbClr val="111827"/>
                          </a:solidFill>
                        </a:rPr>
                        <a:t>Endpoint</a:t>
                      </a:r>
                    </a:p>
                  </a:txBody>
                  <a:tcPr marL="76200" marR="76200" marT="38100" marB="38100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プライベート接続</a:t>
                      </a:r>
                    </a:p>
                  </a:txBody>
                  <a:tcPr marL="76200" marR="76200" marT="38100" marB="38100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dirty="0" err="1">
                          <a:solidFill>
                            <a:srgbClr val="111827"/>
                          </a:solidFill>
                        </a:rPr>
                        <a:t>VPC内からAWSサービスへインターネットを経由せず接続するための入口</a:t>
                      </a:r>
                      <a:r>
                        <a:rPr sz="1200" dirty="0">
                          <a:solidFill>
                            <a:srgbClr val="111827"/>
                          </a:solidFill>
                        </a:rPr>
                        <a:t>。</a:t>
                      </a:r>
                    </a:p>
                  </a:txBody>
                  <a:tcPr marL="76200" marR="76200" marT="38100" marB="38100"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50273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11827"/>
                          </a:solidFill>
                        </a:rPr>
                        <a:t>AWS Secrets Manager</a:t>
                      </a:r>
                    </a:p>
                  </a:txBody>
                  <a:tcPr marL="76200" marR="76200" marT="38100" marB="3810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機密情報管理</a:t>
                      </a:r>
                    </a:p>
                  </a:txBody>
                  <a:tcPr marL="76200" marR="76200" marT="38100" marB="3810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DB認証情報やAPIキーなどのシークレットを安全に保管・ローテーションする。</a:t>
                      </a:r>
                    </a:p>
                  </a:txBody>
                  <a:tcPr marL="76200" marR="76200" marT="38100" marB="38100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50273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11827"/>
                          </a:solidFill>
                        </a:rPr>
                        <a:t>AWS KMS</a:t>
                      </a:r>
                    </a:p>
                  </a:txBody>
                  <a:tcPr marL="76200" marR="76200" marT="38100" marB="38100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鍵管理</a:t>
                      </a:r>
                    </a:p>
                  </a:txBody>
                  <a:tcPr marL="76200" marR="76200" marT="38100" marB="38100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暗号鍵を管理し、S3・Secrets Manager・DBなどの暗号化に利用する。</a:t>
                      </a:r>
                    </a:p>
                  </a:txBody>
                  <a:tcPr marL="76200" marR="76200" marT="38100" marB="38100"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50273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11827"/>
                          </a:solidFill>
                        </a:rPr>
                        <a:t>Amazon CloudWatch</a:t>
                      </a:r>
                    </a:p>
                  </a:txBody>
                  <a:tcPr marL="76200" marR="76200" marT="38100" marB="3810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監視 / ログ</a:t>
                      </a:r>
                    </a:p>
                  </a:txBody>
                  <a:tcPr marL="76200" marR="76200" marT="38100" marB="3810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メトリクス、ログ、アラームを収集し、稼働状況を監視する。</a:t>
                      </a:r>
                    </a:p>
                  </a:txBody>
                  <a:tcPr marL="76200" marR="76200" marT="38100" marB="38100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450273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11827"/>
                          </a:solidFill>
                        </a:rPr>
                        <a:t>AWS Systems Manager</a:t>
                      </a:r>
                    </a:p>
                  </a:txBody>
                  <a:tcPr marL="76200" marR="76200" marT="38100" marB="38100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運用管理</a:t>
                      </a:r>
                    </a:p>
                  </a:txBody>
                  <a:tcPr marL="76200" marR="76200" marT="38100" marB="38100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dirty="0" err="1">
                          <a:solidFill>
                            <a:srgbClr val="111827"/>
                          </a:solidFill>
                        </a:rPr>
                        <a:t>パラメータ、運用自動化、セッション管理などでAWS環境の運用を支援する</a:t>
                      </a:r>
                      <a:r>
                        <a:rPr sz="1200" dirty="0">
                          <a:solidFill>
                            <a:srgbClr val="111827"/>
                          </a:solidFill>
                        </a:rPr>
                        <a:t>。</a:t>
                      </a:r>
                    </a:p>
                  </a:txBody>
                  <a:tcPr marL="76200" marR="76200" marT="38100" marB="38100"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92881750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344</Words>
  <Application>Microsoft Office PowerPoint</Application>
  <DocSecurity>0</DocSecurity>
  <PresentationFormat>ワイド画面</PresentationFormat>
  <Paragraphs>116</Paragraphs>
  <Slides>3</Slides>
  <Notes>3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1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3</vt:i4>
      </vt:variant>
    </vt:vector>
  </HeadingPairs>
  <TitlesOfParts>
    <vt:vector size="5" baseType="lpstr">
      <vt:lpstr>Calibri</vt:lpstr>
      <vt:lpstr>ChatGPT</vt:lpstr>
      <vt:lpstr>PowerPoint プレゼンテーション</vt:lpstr>
      <vt:lpstr>PowerPoint プレゼンテーション</vt:lpstr>
      <vt:lpstr>PowerPoint プレゼンテーション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礼 大野</cp:lastModifiedBy>
  <cp:revision>1</cp:revision>
  <dcterms:created xsi:type="dcterms:W3CDTF">2026-07-01T00:36:58Z</dcterms:created>
  <dcterms:modified xsi:type="dcterms:W3CDTF">2026-07-01T01:33:03Z</dcterms:modified>
</cp:coreProperties>
</file>